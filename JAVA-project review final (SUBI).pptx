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1" r:id="rId2"/>
  </p:sldMasterIdLst>
  <p:notesMasterIdLst>
    <p:notesMasterId r:id="rId17"/>
  </p:notesMasterIdLst>
  <p:sldIdLst>
    <p:sldId id="257" r:id="rId3"/>
    <p:sldId id="258" r:id="rId4"/>
    <p:sldId id="260" r:id="rId5"/>
    <p:sldId id="259" r:id="rId6"/>
    <p:sldId id="261" r:id="rId7"/>
    <p:sldId id="279" r:id="rId8"/>
    <p:sldId id="275" r:id="rId9"/>
    <p:sldId id="264" r:id="rId10"/>
    <p:sldId id="271" r:id="rId11"/>
    <p:sldId id="272" r:id="rId12"/>
    <p:sldId id="265" r:id="rId13"/>
    <p:sldId id="278" r:id="rId14"/>
    <p:sldId id="273" r:id="rId15"/>
    <p:sldId id="274" r:id="rId16"/>
  </p:sldIdLst>
  <p:sldSz cx="12192000" cy="6858000"/>
  <p:notesSz cx="7772400" cy="10058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2160" userDrawn="1">
          <p15:clr>
            <a:srgbClr val="A4A3A4"/>
          </p15:clr>
        </p15:guide>
        <p15:guide id="2" pos="3801" userDrawn="1">
          <p15:clr>
            <a:srgbClr val="A4A3A4"/>
          </p15:clr>
        </p15:guide>
      </p15:sldGuideLst>
    </p:ext>
    <p:ext uri="{2D200454-40CA-4A62-9FC3-DE9A4176ACB9}">
      <p15:notesGuideLst xmlns:p15="http://schemas.microsoft.com/office/powerpoint/2012/main">
        <p15:guide id="1" orient="horz" pos="2894">
          <p15:clr>
            <a:srgbClr val="A4A3A4"/>
          </p15:clr>
        </p15:guide>
        <p15:guide id="2" pos="214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097DF7A-3B70-4FCD-8108-CA3B7181D25E}" v="24" dt="2025-12-11T16:01:28.11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95726" autoAdjust="0"/>
  </p:normalViewPr>
  <p:slideViewPr>
    <p:cSldViewPr snapToGrid="0" showGuides="1">
      <p:cViewPr varScale="1">
        <p:scale>
          <a:sx n="48" d="100"/>
          <a:sy n="48" d="100"/>
        </p:scale>
        <p:origin x="53" y="1104"/>
      </p:cViewPr>
      <p:guideLst>
        <p:guide orient="horz" pos="2160"/>
        <p:guide pos="3801"/>
      </p:guideLst>
    </p:cSldViewPr>
  </p:slideViewPr>
  <p:notesTextViewPr>
    <p:cViewPr>
      <p:scale>
        <a:sx n="100" d="100"/>
        <a:sy n="100" d="100"/>
      </p:scale>
      <p:origin x="0" y="0"/>
    </p:cViewPr>
  </p:notesTextViewPr>
  <p:notesViewPr>
    <p:cSldViewPr snapToGrid="0">
      <p:cViewPr varScale="1">
        <p:scale>
          <a:sx n="100" d="100"/>
          <a:sy n="100" d="100"/>
        </p:scale>
        <p:origin x="0" y="0"/>
      </p:cViewPr>
      <p:guideLst>
        <p:guide orient="horz" pos="2894"/>
        <p:guide pos="2142"/>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
        <p:cNvGrpSpPr/>
        <p:nvPr/>
      </p:nvGrpSpPr>
      <p:grpSpPr>
        <a:xfrm>
          <a:off x="0" y="0"/>
          <a:ext cx="0" cy="0"/>
          <a:chOff x="0" y="0"/>
          <a:chExt cx="0" cy="0"/>
        </a:xfrm>
      </p:grpSpPr>
      <p:sp>
        <p:nvSpPr>
          <p:cNvPr id="1048783" name="Google Shape;3;n"/>
          <p:cNvSpPr>
            <a:spLocks noGrp="1" noRot="1" noChangeAspect="1"/>
          </p:cNvSpPr>
          <p:nvPr>
            <p:ph type="sldImg" idx="2"/>
          </p:nvPr>
        </p:nvSpPr>
        <p:spPr>
          <a:xfrm>
            <a:off x="533400" y="763588"/>
            <a:ext cx="6702425" cy="377031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8784" name="Google Shape;4;n"/>
          <p:cNvSpPr txBox="1">
            <a:spLocks noGrp="1"/>
          </p:cNvSpPr>
          <p:nvPr>
            <p:ph type="body" idx="1"/>
          </p:nvPr>
        </p:nvSpPr>
        <p:spPr>
          <a:xfrm>
            <a:off x="777875" y="4776788"/>
            <a:ext cx="6216650" cy="4524375"/>
          </a:xfrm>
          <a:prstGeom prst="rect">
            <a:avLst/>
          </a:prstGeom>
          <a:noFill/>
          <a:ln>
            <a:noFill/>
          </a:ln>
        </p:spPr>
        <p:txBody>
          <a:bodyPr spcFirstLastPara="1" wrap="square" lIns="0" tIns="0" rIns="0" bIns="0" anchor="t" anchorCtr="0">
            <a:noAutofit/>
          </a:bodyPr>
          <a:lstStyle>
            <a:lvl1pPr marL="457200" marR="0" lvl="0" indent="-228600" algn="l" rtl="0">
              <a:spcBef>
                <a:spcPts val="360"/>
              </a:spcBef>
              <a:spcAft>
                <a:spcPts val="0"/>
              </a:spcAft>
              <a:buSzPts val="1400"/>
              <a:buNone/>
              <a:def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L="914400" marR="0" lvl="1" indent="-228600" algn="l" rtl="0">
              <a:spcBef>
                <a:spcPts val="360"/>
              </a:spcBef>
              <a:spcAft>
                <a:spcPts val="0"/>
              </a:spcAft>
              <a:buSzPts val="1400"/>
              <a:buNone/>
              <a:def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2pPr>
            <a:lvl3pPr marL="1371600" marR="0" lvl="2" indent="-228600" algn="l" rtl="0">
              <a:spcBef>
                <a:spcPts val="360"/>
              </a:spcBef>
              <a:spcAft>
                <a:spcPts val="0"/>
              </a:spcAft>
              <a:buSzPts val="1400"/>
              <a:buNone/>
              <a:def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3pPr>
            <a:lvl4pPr marL="1828800" marR="0" lvl="3" indent="-228600" algn="l" rtl="0">
              <a:spcBef>
                <a:spcPts val="360"/>
              </a:spcBef>
              <a:spcAft>
                <a:spcPts val="0"/>
              </a:spcAft>
              <a:buSzPts val="1400"/>
              <a:buNone/>
              <a:def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4pPr>
            <a:lvl5pPr marL="2286000" marR="0" lvl="4" indent="-228600" algn="l" rtl="0">
              <a:spcBef>
                <a:spcPts val="360"/>
              </a:spcBef>
              <a:spcAft>
                <a:spcPts val="0"/>
              </a:spcAft>
              <a:buSzPts val="1400"/>
              <a:buNone/>
              <a:defRPr sz="12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5pPr>
            <a:lvl6pPr marL="2743200" marR="0" lvl="5"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6pPr>
            <a:lvl7pPr marL="3200400" marR="0" lvl="6"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7pPr>
            <a:lvl8pPr marL="3657600" marR="0" lvl="7"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8pPr>
            <a:lvl9pPr marL="4114800" marR="0" lvl="8" indent="-228600" algn="l" rtl="0">
              <a:spcBef>
                <a:spcPts val="0"/>
              </a:spcBef>
              <a:spcAft>
                <a:spcPts val="0"/>
              </a:spcAft>
              <a:buSzPts val="1400"/>
              <a:buNone/>
              <a:defRPr sz="1200" b="0" i="0" u="none" strike="noStrike" cap="none">
                <a:solidFill>
                  <a:schemeClr val="dk1"/>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48785" name="Google Shape;5;n"/>
          <p:cNvSpPr txBox="1">
            <a:spLocks noGrp="1"/>
          </p:cNvSpPr>
          <p:nvPr>
            <p:ph type="hdr" idx="3"/>
          </p:nvPr>
        </p:nvSpPr>
        <p:spPr>
          <a:xfrm>
            <a:off x="0" y="0"/>
            <a:ext cx="3371850" cy="501650"/>
          </a:xfrm>
          <a:prstGeom prst="rect">
            <a:avLst/>
          </a:prstGeom>
          <a:noFill/>
          <a:ln>
            <a:noFill/>
          </a:ln>
        </p:spPr>
        <p:txBody>
          <a:bodyPr spcFirstLastPara="1" wrap="square" lIns="0" tIns="0" rIns="0" bIns="0" anchor="t" anchorCtr="0">
            <a:noAutofit/>
          </a:bodyPr>
          <a:lstStyle>
            <a:lvl1pPr marR="0" lvl="0" algn="l" rtl="0">
              <a:lnSpc>
                <a:spcPct val="93000"/>
              </a:lnSpc>
              <a:spcBef>
                <a:spcPts val="0"/>
              </a:spcBef>
              <a:spcAft>
                <a:spcPts val="0"/>
              </a:spcAft>
              <a:buClr>
                <a:srgbClr val="000000"/>
              </a:buClr>
              <a:buSzPts val="1400"/>
              <a:buFont typeface="Times New Roman" panose="02020603050405020304"/>
              <a:buNone/>
              <a:def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48786" name="Google Shape;6;n"/>
          <p:cNvSpPr txBox="1">
            <a:spLocks noGrp="1"/>
          </p:cNvSpPr>
          <p:nvPr>
            <p:ph type="dt" idx="10"/>
          </p:nvPr>
        </p:nvSpPr>
        <p:spPr>
          <a:xfrm>
            <a:off x="4398963" y="0"/>
            <a:ext cx="3371850" cy="501650"/>
          </a:xfrm>
          <a:prstGeom prst="rect">
            <a:avLst/>
          </a:prstGeom>
          <a:noFill/>
          <a:ln>
            <a:noFill/>
          </a:ln>
        </p:spPr>
        <p:txBody>
          <a:bodyPr spcFirstLastPara="1" wrap="square" lIns="0" tIns="0" rIns="0" bIns="0" anchor="t" anchorCtr="0">
            <a:noAutofit/>
          </a:bodyPr>
          <a:lstStyle>
            <a:lvl1pPr marR="0" lvl="0" algn="r" rtl="0">
              <a:lnSpc>
                <a:spcPct val="93000"/>
              </a:lnSpc>
              <a:spcBef>
                <a:spcPts val="0"/>
              </a:spcBef>
              <a:spcAft>
                <a:spcPts val="0"/>
              </a:spcAft>
              <a:buClr>
                <a:srgbClr val="000000"/>
              </a:buClr>
              <a:buSzPts val="1400"/>
              <a:buFont typeface="Times New Roman" panose="02020603050405020304"/>
              <a:buNone/>
              <a:def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48787" name="Google Shape;7;n"/>
          <p:cNvSpPr txBox="1">
            <a:spLocks noGrp="1"/>
          </p:cNvSpPr>
          <p:nvPr>
            <p:ph type="ftr" idx="11"/>
          </p:nvPr>
        </p:nvSpPr>
        <p:spPr>
          <a:xfrm>
            <a:off x="0" y="9555163"/>
            <a:ext cx="3371850" cy="501650"/>
          </a:xfrm>
          <a:prstGeom prst="rect">
            <a:avLst/>
          </a:prstGeom>
          <a:noFill/>
          <a:ln>
            <a:noFill/>
          </a:ln>
        </p:spPr>
        <p:txBody>
          <a:bodyPr spcFirstLastPara="1" wrap="square" lIns="0" tIns="0" rIns="0" bIns="0" anchor="b" anchorCtr="0">
            <a:noAutofit/>
          </a:bodyPr>
          <a:lstStyle>
            <a:lvl1pPr marR="0" lvl="0" algn="l" rtl="0">
              <a:lnSpc>
                <a:spcPct val="93000"/>
              </a:lnSpc>
              <a:spcBef>
                <a:spcPts val="0"/>
              </a:spcBef>
              <a:spcAft>
                <a:spcPts val="0"/>
              </a:spcAft>
              <a:buClr>
                <a:srgbClr val="000000"/>
              </a:buClr>
              <a:buSzPts val="1400"/>
              <a:buFont typeface="Times New Roman" panose="02020603050405020304"/>
              <a:buNone/>
              <a:def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endParaRPr/>
          </a:p>
        </p:txBody>
      </p:sp>
      <p:sp>
        <p:nvSpPr>
          <p:cNvPr id="1048788" name="Google Shape;8;n"/>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marR="0" lvl="0" indent="0" algn="r" rtl="0">
              <a:lnSpc>
                <a:spcPct val="93000"/>
              </a:lnSpc>
              <a:spcBef>
                <a:spcPts val="0"/>
              </a:spcBef>
              <a:spcAft>
                <a:spcPts val="0"/>
              </a:spcAft>
              <a:buClr>
                <a:srgbClr val="000000"/>
              </a:buClr>
              <a:buSzPts val="1400"/>
              <a:buFont typeface="Times New Roman" panose="02020603050405020304"/>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1"/>
        <p:cNvGrpSpPr/>
        <p:nvPr/>
      </p:nvGrpSpPr>
      <p:grpSpPr>
        <a:xfrm>
          <a:off x="0" y="0"/>
          <a:ext cx="0" cy="0"/>
          <a:chOff x="0" y="0"/>
          <a:chExt cx="0" cy="0"/>
        </a:xfrm>
      </p:grpSpPr>
      <p:sp>
        <p:nvSpPr>
          <p:cNvPr id="1048589" name="Google Shape;142;p1: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590" name="Google Shape;143;p1: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591" name="Google Shape;144;p1: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048604" name="Google Shape;153;p2: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2</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05" name="Google Shape;154;p2: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06" name="Google Shape;155;p2: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048616" name="Google Shape;171;p4: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3</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7" name="Google Shape;172;p4: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18" name="Google Shape;173;p4: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048610" name="Google Shape;162;p3: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4</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11" name="Google Shape;163;p3: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12" name="Google Shape;164;p3: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048622" name="Google Shape;180;p5:notes"/>
          <p:cNvSpPr txBox="1">
            <a:spLocks noGrp="1"/>
          </p:cNvSpPr>
          <p:nvPr>
            <p:ph type="sldNum" idx="12"/>
          </p:nvPr>
        </p:nvSpPr>
        <p:spPr>
          <a:xfrm>
            <a:off x="4398963" y="9555163"/>
            <a:ext cx="3371850" cy="50165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5</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23" name="Google Shape;181;p5: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24" name="Google Shape;182;p5:notes"/>
          <p:cNvSpPr txBox="1">
            <a:spLocks noGrp="1"/>
          </p:cNvSpPr>
          <p:nvPr>
            <p:ph type="body" idx="1"/>
          </p:nvPr>
        </p:nvSpPr>
        <p:spPr>
          <a:xfrm>
            <a:off x="777875" y="4776788"/>
            <a:ext cx="6218238" cy="4525962"/>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048639" name="Google Shape;198;p7: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8</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0" name="Google Shape;199;p7: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41" name="Google Shape;200;p7: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SzPts val="1200"/>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1048674" name="Google Shape;243;g7d84d380f2533759_9: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9</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75" name="Google Shape;244;g7d84d380f2533759_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76" name="Google Shape;245;g7d84d380f2533759_9: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1048680" name="Google Shape;243;g7d84d380f2533759_9: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10</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81" name="Google Shape;244;g7d84d380f2533759_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82" name="Google Shape;245;g7d84d380f2533759_9: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1048645" name="Google Shape;243;g7d84d380f2533759_9: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11</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46" name="Google Shape;244;g7d84d380f2533759_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47" name="Google Shape;245;g7d84d380f2533759_9: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1048686" name="Google Shape;243;g7d84d380f2533759_9: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13</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87" name="Google Shape;244;g7d84d380f2533759_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88" name="Google Shape;245;g7d84d380f2533759_9: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1048690" name="Google Shape;243;g7d84d380f2533759_9:notes"/>
          <p:cNvSpPr txBox="1">
            <a:spLocks noGrp="1"/>
          </p:cNvSpPr>
          <p:nvPr>
            <p:ph type="sldNum" idx="12"/>
          </p:nvPr>
        </p:nvSpPr>
        <p:spPr>
          <a:xfrm>
            <a:off x="4398963" y="9555163"/>
            <a:ext cx="3372000" cy="501600"/>
          </a:xfrm>
          <a:prstGeom prst="rect">
            <a:avLst/>
          </a:prstGeom>
          <a:noFill/>
          <a:ln>
            <a:noFill/>
          </a:ln>
        </p:spPr>
        <p:txBody>
          <a:bodyPr spcFirstLastPara="1" wrap="square" lIns="0" tIns="0" rIns="0" bIns="0" anchor="b" anchorCtr="0">
            <a:noAutofit/>
          </a:bodyPr>
          <a:lstStyle/>
          <a:p>
            <a:pPr marL="0" lvl="0" indent="0" algn="r" rtl="0">
              <a:lnSpc>
                <a:spcPct val="93000"/>
              </a:lnSpc>
              <a:spcBef>
                <a:spcPts val="0"/>
              </a:spcBef>
              <a:spcAft>
                <a:spcPts val="0"/>
              </a:spcAft>
              <a:buSzPts val="1400"/>
              <a:buNone/>
            </a:pPr>
            <a:fld id="{00000000-1234-1234-1234-123412341234}" type="slidenum">
              <a:rPr lang="en-US"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rPr>
              <a:t>14</a:t>
            </a:fld>
            <a:endParaRPr sz="1400" b="0" i="0" u="none" strike="noStrike" cap="none">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1048691" name="Google Shape;244;g7d84d380f2533759_9:notes"/>
          <p:cNvSpPr>
            <a:spLocks noGrp="1" noRot="1" noChangeAspect="1"/>
          </p:cNvSpPr>
          <p:nvPr>
            <p:ph type="sldImg" idx="2"/>
          </p:nvPr>
        </p:nvSpPr>
        <p:spPr>
          <a:xfrm>
            <a:off x="533400" y="763588"/>
            <a:ext cx="6704013" cy="3771900"/>
          </a:xfrm>
          <a:custGeom>
            <a:avLst/>
            <a:gdLst/>
            <a:ahLst/>
            <a:cxnLst/>
            <a:rect l="l" t="t" r="r" b="b"/>
            <a:pathLst>
              <a:path w="120000" h="120000" extrusionOk="0">
                <a:moveTo>
                  <a:pt x="0" y="0"/>
                </a:moveTo>
                <a:lnTo>
                  <a:pt x="120000" y="0"/>
                </a:lnTo>
                <a:lnTo>
                  <a:pt x="120000" y="120000"/>
                </a:lnTo>
                <a:lnTo>
                  <a:pt x="0" y="120000"/>
                </a:lnTo>
                <a:close/>
              </a:path>
            </a:pathLst>
          </a:custGeom>
          <a:solidFill>
            <a:srgbClr val="FFFFFF"/>
          </a:solidFill>
          <a:ln w="9525" cap="flat" cmpd="sng">
            <a:solidFill>
              <a:srgbClr val="000000"/>
            </a:solidFill>
            <a:prstDash val="solid"/>
            <a:miter lim="800000"/>
            <a:headEnd type="none" w="sm" len="sm"/>
            <a:tailEnd type="none" w="sm" len="sm"/>
          </a:ln>
        </p:spPr>
      </p:sp>
      <p:sp>
        <p:nvSpPr>
          <p:cNvPr id="1048692" name="Google Shape;245;g7d84d380f2533759_9:notes"/>
          <p:cNvSpPr txBox="1">
            <a:spLocks noGrp="1"/>
          </p:cNvSpPr>
          <p:nvPr>
            <p:ph type="body" idx="1"/>
          </p:nvPr>
        </p:nvSpPr>
        <p:spPr>
          <a:xfrm>
            <a:off x="777875" y="4776788"/>
            <a:ext cx="6218100" cy="4526100"/>
          </a:xfrm>
          <a:prstGeom prst="rect">
            <a:avLst/>
          </a:prstGeom>
          <a:noFill/>
          <a:ln>
            <a:noFill/>
          </a:ln>
        </p:spPr>
        <p:txBody>
          <a:bodyPr spcFirstLastPara="1" wrap="square" lIns="0" tIns="0" rIns="0" bIns="0" anchor="ctr" anchorCtr="0">
            <a:noAutofit/>
          </a:bodyPr>
          <a:lstStyle/>
          <a:p>
            <a:pPr marL="0" lvl="0" indent="0" algn="l" rtl="0">
              <a:spcBef>
                <a:spcPts val="0"/>
              </a:spcBef>
              <a:spcAft>
                <a:spcPts val="0"/>
              </a:spcAft>
              <a:buNone/>
            </a:pPr>
            <a:endParaRPr>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5"/>
        <p:cNvGrpSpPr/>
        <p:nvPr/>
      </p:nvGrpSpPr>
      <p:grpSpPr>
        <a:xfrm>
          <a:off x="0" y="0"/>
          <a:ext cx="0" cy="0"/>
          <a:chOff x="0" y="0"/>
          <a:chExt cx="0" cy="0"/>
        </a:xfrm>
      </p:grpSpPr>
      <p:sp>
        <p:nvSpPr>
          <p:cNvPr id="1048581" name="Google Shape;16;p2"/>
          <p:cNvSpPr txBox="1">
            <a:spLocks noGrp="1"/>
          </p:cNvSpPr>
          <p:nvPr>
            <p:ph type="title"/>
          </p:nvPr>
        </p:nvSpPr>
        <p:spPr>
          <a:xfrm>
            <a:off x="914401" y="2130425"/>
            <a:ext cx="10361084"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582" name="Google Shape;17;p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583" name="Google Shape;18;p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9"/>
        <p:cNvGrpSpPr/>
        <p:nvPr/>
      </p:nvGrpSpPr>
      <p:grpSpPr>
        <a:xfrm>
          <a:off x="0" y="0"/>
          <a:ext cx="0" cy="0"/>
          <a:chOff x="0" y="0"/>
          <a:chExt cx="0" cy="0"/>
        </a:xfrm>
      </p:grpSpPr>
      <p:sp>
        <p:nvSpPr>
          <p:cNvPr id="1048751" name="Google Shape;20;p3"/>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52" name="Google Shape;21;p3"/>
          <p:cNvSpPr txBox="1">
            <a:spLocks noGrp="1"/>
          </p:cNvSpPr>
          <p:nvPr>
            <p:ph type="subTitle" idx="1"/>
          </p:nvPr>
        </p:nvSpPr>
        <p:spPr>
          <a:xfrm>
            <a:off x="1828800" y="3886200"/>
            <a:ext cx="8534400" cy="1752600"/>
          </a:xfrm>
          <a:prstGeom prst="rect">
            <a:avLst/>
          </a:prstGeom>
          <a:noFill/>
          <a:ln>
            <a:noFill/>
          </a:ln>
        </p:spPr>
        <p:txBody>
          <a:bodyPr spcFirstLastPara="1" wrap="square" lIns="0" tIns="69075" rIns="0" bIns="0" anchor="t" anchorCtr="0">
            <a:noAutofit/>
          </a:bodyPr>
          <a:lstStyle>
            <a:lvl1pPr lvl="0" algn="ctr">
              <a:lnSpc>
                <a:spcPct val="83000"/>
              </a:lnSpc>
              <a:spcBef>
                <a:spcPts val="1425"/>
              </a:spcBef>
              <a:spcAft>
                <a:spcPts val="0"/>
              </a:spcAft>
              <a:buSzPts val="3200"/>
              <a:buNone/>
            </a:lvl1pPr>
            <a:lvl2pPr lvl="1" algn="ctr">
              <a:lnSpc>
                <a:spcPct val="83000"/>
              </a:lnSpc>
              <a:spcBef>
                <a:spcPts val="1140"/>
              </a:spcBef>
              <a:spcAft>
                <a:spcPts val="0"/>
              </a:spcAft>
              <a:buSzPts val="2400"/>
              <a:buNone/>
            </a:lvl2pPr>
            <a:lvl3pPr lvl="2" algn="ctr">
              <a:lnSpc>
                <a:spcPct val="83000"/>
              </a:lnSpc>
              <a:spcBef>
                <a:spcPts val="850"/>
              </a:spcBef>
              <a:spcAft>
                <a:spcPts val="0"/>
              </a:spcAft>
              <a:buSzPts val="2000"/>
              <a:buNone/>
            </a:lvl3pPr>
            <a:lvl4pPr lvl="3" algn="ctr">
              <a:lnSpc>
                <a:spcPct val="83000"/>
              </a:lnSpc>
              <a:spcBef>
                <a:spcPts val="575"/>
              </a:spcBef>
              <a:spcAft>
                <a:spcPts val="0"/>
              </a:spcAft>
              <a:buSzPts val="2000"/>
              <a:buNone/>
            </a:lvl4pPr>
            <a:lvl5pPr lvl="4" algn="ctr">
              <a:lnSpc>
                <a:spcPct val="83000"/>
              </a:lnSpc>
              <a:spcBef>
                <a:spcPts val="290"/>
              </a:spcBef>
              <a:spcAft>
                <a:spcPts val="0"/>
              </a:spcAft>
              <a:buSzPts val="2000"/>
              <a:buNone/>
            </a:lvl5pPr>
            <a:lvl6pPr lvl="5" algn="ctr">
              <a:lnSpc>
                <a:spcPct val="83000"/>
              </a:lnSpc>
              <a:spcBef>
                <a:spcPts val="290"/>
              </a:spcBef>
              <a:spcAft>
                <a:spcPts val="0"/>
              </a:spcAft>
              <a:buSzPts val="2000"/>
              <a:buNone/>
            </a:lvl6pPr>
            <a:lvl7pPr lvl="6" algn="ctr">
              <a:lnSpc>
                <a:spcPct val="83000"/>
              </a:lnSpc>
              <a:spcBef>
                <a:spcPts val="290"/>
              </a:spcBef>
              <a:spcAft>
                <a:spcPts val="0"/>
              </a:spcAft>
              <a:buSzPts val="2000"/>
              <a:buNone/>
            </a:lvl7pPr>
            <a:lvl8pPr lvl="7" algn="ctr">
              <a:lnSpc>
                <a:spcPct val="83000"/>
              </a:lnSpc>
              <a:spcBef>
                <a:spcPts val="290"/>
              </a:spcBef>
              <a:spcAft>
                <a:spcPts val="0"/>
              </a:spcAft>
              <a:buSzPts val="2000"/>
              <a:buNone/>
            </a:lvl8pPr>
            <a:lvl9pPr lvl="8" algn="ctr">
              <a:lnSpc>
                <a:spcPct val="83000"/>
              </a:lnSpc>
              <a:spcBef>
                <a:spcPts val="290"/>
              </a:spcBef>
              <a:spcAft>
                <a:spcPts val="0"/>
              </a:spcAft>
              <a:buSzPts val="2000"/>
              <a:buNone/>
            </a:lvl9pPr>
          </a:lstStyle>
          <a:p>
            <a:endParaRPr/>
          </a:p>
        </p:txBody>
      </p:sp>
      <p:sp>
        <p:nvSpPr>
          <p:cNvPr id="1048753" name="Google Shape;22;p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54" name="Google Shape;23;p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1048765" name="Google Shape;25;p4"/>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66" name="Google Shape;26;p4"/>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lvl1pPr>
            <a:lvl2pPr marL="914400" lvl="1" indent="-342900" algn="l">
              <a:lnSpc>
                <a:spcPct val="83000"/>
              </a:lnSpc>
              <a:spcBef>
                <a:spcPts val="1140"/>
              </a:spcBef>
              <a:spcAft>
                <a:spcPts val="0"/>
              </a:spcAft>
              <a:buSzPts val="1800"/>
              <a:buChar char="–"/>
            </a:lvl2pPr>
            <a:lvl3pPr marL="1371600" lvl="2" indent="-342900" algn="l">
              <a:lnSpc>
                <a:spcPct val="83000"/>
              </a:lnSpc>
              <a:spcBef>
                <a:spcPts val="850"/>
              </a:spcBef>
              <a:spcAft>
                <a:spcPts val="0"/>
              </a:spcAft>
              <a:buSzPts val="1800"/>
              <a:buChar char="•"/>
            </a:lvl3pPr>
            <a:lvl4pPr marL="1828800" lvl="3" indent="-342900" algn="l">
              <a:lnSpc>
                <a:spcPct val="83000"/>
              </a:lnSpc>
              <a:spcBef>
                <a:spcPts val="575"/>
              </a:spcBef>
              <a:spcAft>
                <a:spcPts val="0"/>
              </a:spcAft>
              <a:buSzPts val="1800"/>
              <a:buChar char="–"/>
            </a:lvl4pPr>
            <a:lvl5pPr marL="2286000" lvl="4" indent="-342900" algn="l">
              <a:lnSpc>
                <a:spcPct val="83000"/>
              </a:lnSpc>
              <a:spcBef>
                <a:spcPts val="290"/>
              </a:spcBef>
              <a:spcAft>
                <a:spcPts val="0"/>
              </a:spcAft>
              <a:buSzPts val="1800"/>
              <a:buChar char="»"/>
            </a:lvl5pPr>
            <a:lvl6pPr marL="2743200" lvl="5" indent="-228600" algn="l">
              <a:lnSpc>
                <a:spcPct val="83000"/>
              </a:lnSpc>
              <a:spcBef>
                <a:spcPts val="290"/>
              </a:spcBef>
              <a:spcAft>
                <a:spcPts val="0"/>
              </a:spcAft>
              <a:buSzPts val="1400"/>
              <a:buNone/>
            </a:lvl6pPr>
            <a:lvl7pPr marL="3200400" lvl="6" indent="-228600" algn="l">
              <a:lnSpc>
                <a:spcPct val="83000"/>
              </a:lnSpc>
              <a:spcBef>
                <a:spcPts val="290"/>
              </a:spcBef>
              <a:spcAft>
                <a:spcPts val="0"/>
              </a:spcAft>
              <a:buSzPts val="1400"/>
              <a:buNone/>
            </a:lvl7pPr>
            <a:lvl8pPr marL="3657600" lvl="7" indent="-228600" algn="l">
              <a:lnSpc>
                <a:spcPct val="83000"/>
              </a:lnSpc>
              <a:spcBef>
                <a:spcPts val="290"/>
              </a:spcBef>
              <a:spcAft>
                <a:spcPts val="0"/>
              </a:spcAft>
              <a:buSzPts val="1400"/>
              <a:buNone/>
            </a:lvl8pPr>
            <a:lvl9pPr marL="4114800" lvl="8" indent="-228600" algn="l">
              <a:lnSpc>
                <a:spcPct val="83000"/>
              </a:lnSpc>
              <a:spcBef>
                <a:spcPts val="290"/>
              </a:spcBef>
              <a:spcAft>
                <a:spcPts val="0"/>
              </a:spcAft>
              <a:buSzPts val="1400"/>
              <a:buNone/>
            </a:lvl9pPr>
          </a:lstStyle>
          <a:p>
            <a:endParaRPr/>
          </a:p>
        </p:txBody>
      </p:sp>
      <p:sp>
        <p:nvSpPr>
          <p:cNvPr id="1048767" name="Google Shape;27;p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68" name="Google Shape;28;p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1048769" name="Google Shape;30;p5"/>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70" name="Google Shape;31;p5"/>
          <p:cNvSpPr txBox="1">
            <a:spLocks noGrp="1"/>
          </p:cNvSpPr>
          <p:nvPr>
            <p:ph type="body" idx="1"/>
          </p:nvPr>
        </p:nvSpPr>
        <p:spPr>
          <a:xfrm>
            <a:off x="963084" y="2906713"/>
            <a:ext cx="10363200" cy="1500187"/>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40"/>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90"/>
              </a:spcBef>
              <a:spcAft>
                <a:spcPts val="0"/>
              </a:spcAft>
              <a:buSzPts val="1400"/>
              <a:buNone/>
              <a:defRPr sz="1400"/>
            </a:lvl5pPr>
            <a:lvl6pPr marL="2743200" lvl="5" indent="-228600" algn="l">
              <a:lnSpc>
                <a:spcPct val="83000"/>
              </a:lnSpc>
              <a:spcBef>
                <a:spcPts val="290"/>
              </a:spcBef>
              <a:spcAft>
                <a:spcPts val="0"/>
              </a:spcAft>
              <a:buSzPts val="1400"/>
              <a:buNone/>
              <a:defRPr sz="1400"/>
            </a:lvl6pPr>
            <a:lvl7pPr marL="3200400" lvl="6" indent="-228600" algn="l">
              <a:lnSpc>
                <a:spcPct val="83000"/>
              </a:lnSpc>
              <a:spcBef>
                <a:spcPts val="290"/>
              </a:spcBef>
              <a:spcAft>
                <a:spcPts val="0"/>
              </a:spcAft>
              <a:buSzPts val="1400"/>
              <a:buNone/>
              <a:defRPr sz="1400"/>
            </a:lvl7pPr>
            <a:lvl8pPr marL="3657600" lvl="7" indent="-228600" algn="l">
              <a:lnSpc>
                <a:spcPct val="83000"/>
              </a:lnSpc>
              <a:spcBef>
                <a:spcPts val="290"/>
              </a:spcBef>
              <a:spcAft>
                <a:spcPts val="0"/>
              </a:spcAft>
              <a:buSzPts val="1400"/>
              <a:buNone/>
              <a:defRPr sz="1400"/>
            </a:lvl8pPr>
            <a:lvl9pPr marL="4114800" lvl="8" indent="-228600" algn="l">
              <a:lnSpc>
                <a:spcPct val="83000"/>
              </a:lnSpc>
              <a:spcBef>
                <a:spcPts val="290"/>
              </a:spcBef>
              <a:spcAft>
                <a:spcPts val="0"/>
              </a:spcAft>
              <a:buSzPts val="1400"/>
              <a:buNone/>
              <a:defRPr sz="1400"/>
            </a:lvl9pPr>
          </a:lstStyle>
          <a:p>
            <a:endParaRPr/>
          </a:p>
        </p:txBody>
      </p:sp>
      <p:sp>
        <p:nvSpPr>
          <p:cNvPr id="1048771" name="Google Shape;32;p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72" name="Google Shape;33;p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1048773" name="Google Shape;35;p6"/>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74" name="Google Shape;36;p6"/>
          <p:cNvSpPr txBox="1">
            <a:spLocks noGrp="1"/>
          </p:cNvSpPr>
          <p:nvPr>
            <p:ph type="body" idx="1"/>
          </p:nvPr>
        </p:nvSpPr>
        <p:spPr>
          <a:xfrm>
            <a:off x="609601" y="1604963"/>
            <a:ext cx="5382684"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48775" name="Google Shape;37;p6"/>
          <p:cNvSpPr txBox="1">
            <a:spLocks noGrp="1"/>
          </p:cNvSpPr>
          <p:nvPr>
            <p:ph type="body" idx="2"/>
          </p:nvPr>
        </p:nvSpPr>
        <p:spPr>
          <a:xfrm>
            <a:off x="6195484" y="1604963"/>
            <a:ext cx="5384800" cy="3975100"/>
          </a:xfrm>
          <a:prstGeom prst="rect">
            <a:avLst/>
          </a:prstGeom>
          <a:noFill/>
          <a:ln>
            <a:noFill/>
          </a:ln>
        </p:spPr>
        <p:txBody>
          <a:bodyPr spcFirstLastPara="1" wrap="square" lIns="0" tIns="69075" rIns="0" bIns="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48776" name="Google Shape;38;p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77" name="Google Shape;39;p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1048736" name="Google Shape;41;p7"/>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37" name="Google Shape;42;p7"/>
          <p:cNvSpPr txBox="1">
            <a:spLocks noGrp="1"/>
          </p:cNvSpPr>
          <p:nvPr>
            <p:ph type="body" idx="1"/>
          </p:nvPr>
        </p:nvSpPr>
        <p:spPr>
          <a:xfrm>
            <a:off x="609600" y="1535113"/>
            <a:ext cx="5386917"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48738" name="Google Shape;43;p7"/>
          <p:cNvSpPr txBox="1">
            <a:spLocks noGrp="1"/>
          </p:cNvSpPr>
          <p:nvPr>
            <p:ph type="body" idx="2"/>
          </p:nvPr>
        </p:nvSpPr>
        <p:spPr>
          <a:xfrm>
            <a:off x="609600" y="2174875"/>
            <a:ext cx="5386917"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048739" name="Google Shape;44;p7"/>
          <p:cNvSpPr txBox="1">
            <a:spLocks noGrp="1"/>
          </p:cNvSpPr>
          <p:nvPr>
            <p:ph type="body" idx="3"/>
          </p:nvPr>
        </p:nvSpPr>
        <p:spPr>
          <a:xfrm>
            <a:off x="6193368" y="1535113"/>
            <a:ext cx="5389033" cy="639762"/>
          </a:xfrm>
          <a:prstGeom prst="rect">
            <a:avLst/>
          </a:prstGeom>
          <a:noFill/>
          <a:ln>
            <a:noFill/>
          </a:ln>
        </p:spPr>
        <p:txBody>
          <a:bodyPr spcFirstLastPara="1" wrap="square" lIns="0" tIns="69075" rIns="0" bIns="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48740" name="Google Shape;45;p7"/>
          <p:cNvSpPr txBox="1">
            <a:spLocks noGrp="1"/>
          </p:cNvSpPr>
          <p:nvPr>
            <p:ph type="body" idx="4"/>
          </p:nvPr>
        </p:nvSpPr>
        <p:spPr>
          <a:xfrm>
            <a:off x="6193368" y="2174875"/>
            <a:ext cx="5389033" cy="3951288"/>
          </a:xfrm>
          <a:prstGeom prst="rect">
            <a:avLst/>
          </a:prstGeom>
          <a:noFill/>
          <a:ln>
            <a:noFill/>
          </a:ln>
        </p:spPr>
        <p:txBody>
          <a:bodyPr spcFirstLastPara="1" wrap="square" lIns="0" tIns="69075" rIns="0" bIns="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048741" name="Google Shape;46;p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42" name="Google Shape;47;p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8"/>
        <p:cNvGrpSpPr/>
        <p:nvPr/>
      </p:nvGrpSpPr>
      <p:grpSpPr>
        <a:xfrm>
          <a:off x="0" y="0"/>
          <a:ext cx="0" cy="0"/>
          <a:chOff x="0" y="0"/>
          <a:chExt cx="0" cy="0"/>
        </a:xfrm>
      </p:grpSpPr>
      <p:sp>
        <p:nvSpPr>
          <p:cNvPr id="1048778" name="Google Shape;49;p8"/>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79" name="Google Shape;50;p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80" name="Google Shape;51;p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2"/>
        <p:cNvGrpSpPr/>
        <p:nvPr/>
      </p:nvGrpSpPr>
      <p:grpSpPr>
        <a:xfrm>
          <a:off x="0" y="0"/>
          <a:ext cx="0" cy="0"/>
          <a:chOff x="0" y="0"/>
          <a:chExt cx="0" cy="0"/>
        </a:xfrm>
      </p:grpSpPr>
      <p:sp>
        <p:nvSpPr>
          <p:cNvPr id="1048781" name="Google Shape;53;p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82" name="Google Shape;54;p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5"/>
        <p:cNvGrpSpPr/>
        <p:nvPr/>
      </p:nvGrpSpPr>
      <p:grpSpPr>
        <a:xfrm>
          <a:off x="0" y="0"/>
          <a:ext cx="0" cy="0"/>
          <a:chOff x="0" y="0"/>
          <a:chExt cx="0" cy="0"/>
        </a:xfrm>
      </p:grpSpPr>
      <p:sp>
        <p:nvSpPr>
          <p:cNvPr id="1048755" name="Google Shape;56;p10"/>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56" name="Google Shape;57;p10"/>
          <p:cNvSpPr txBox="1">
            <a:spLocks noGrp="1"/>
          </p:cNvSpPr>
          <p:nvPr>
            <p:ph type="body" idx="1"/>
          </p:nvPr>
        </p:nvSpPr>
        <p:spPr>
          <a:xfrm>
            <a:off x="4766733" y="273051"/>
            <a:ext cx="6815667" cy="5853113"/>
          </a:xfrm>
          <a:prstGeom prst="rect">
            <a:avLst/>
          </a:prstGeom>
          <a:noFill/>
          <a:ln>
            <a:noFill/>
          </a:ln>
        </p:spPr>
        <p:txBody>
          <a:bodyPr spcFirstLastPara="1" wrap="square" lIns="0" tIns="69075" rIns="0" bIns="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40"/>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90"/>
              </a:spcBef>
              <a:spcAft>
                <a:spcPts val="0"/>
              </a:spcAft>
              <a:buSzPts val="2000"/>
              <a:buChar char="»"/>
              <a:defRPr sz="2000"/>
            </a:lvl5pPr>
            <a:lvl6pPr marL="2743200" lvl="5" indent="-228600" algn="l">
              <a:lnSpc>
                <a:spcPct val="83000"/>
              </a:lnSpc>
              <a:spcBef>
                <a:spcPts val="290"/>
              </a:spcBef>
              <a:spcAft>
                <a:spcPts val="0"/>
              </a:spcAft>
              <a:buSzPts val="1400"/>
              <a:buNone/>
              <a:defRPr sz="2000"/>
            </a:lvl6pPr>
            <a:lvl7pPr marL="3200400" lvl="6" indent="-228600" algn="l">
              <a:lnSpc>
                <a:spcPct val="83000"/>
              </a:lnSpc>
              <a:spcBef>
                <a:spcPts val="290"/>
              </a:spcBef>
              <a:spcAft>
                <a:spcPts val="0"/>
              </a:spcAft>
              <a:buSzPts val="1400"/>
              <a:buNone/>
              <a:defRPr sz="2000"/>
            </a:lvl7pPr>
            <a:lvl8pPr marL="3657600" lvl="7" indent="-228600" algn="l">
              <a:lnSpc>
                <a:spcPct val="83000"/>
              </a:lnSpc>
              <a:spcBef>
                <a:spcPts val="290"/>
              </a:spcBef>
              <a:spcAft>
                <a:spcPts val="0"/>
              </a:spcAft>
              <a:buSzPts val="1400"/>
              <a:buNone/>
              <a:defRPr sz="2000"/>
            </a:lvl8pPr>
            <a:lvl9pPr marL="4114800" lvl="8" indent="-228600" algn="l">
              <a:lnSpc>
                <a:spcPct val="83000"/>
              </a:lnSpc>
              <a:spcBef>
                <a:spcPts val="290"/>
              </a:spcBef>
              <a:spcAft>
                <a:spcPts val="0"/>
              </a:spcAft>
              <a:buSzPts val="1400"/>
              <a:buNone/>
              <a:defRPr sz="2000"/>
            </a:lvl9pPr>
          </a:lstStyle>
          <a:p>
            <a:endParaRPr/>
          </a:p>
        </p:txBody>
      </p:sp>
      <p:sp>
        <p:nvSpPr>
          <p:cNvPr id="1048757" name="Google Shape;58;p10"/>
          <p:cNvSpPr txBox="1">
            <a:spLocks noGrp="1"/>
          </p:cNvSpPr>
          <p:nvPr>
            <p:ph type="body" idx="2"/>
          </p:nvPr>
        </p:nvSpPr>
        <p:spPr>
          <a:xfrm>
            <a:off x="609601" y="1435101"/>
            <a:ext cx="4011084" cy="4691063"/>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048758" name="Google Shape;59;p1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59" name="Google Shape;60;p1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1048760" name="Google Shape;62;p11"/>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61" name="Google Shape;63;p11"/>
          <p:cNvSpPr>
            <a:spLocks noGrp="1"/>
          </p:cNvSpPr>
          <p:nvPr>
            <p:ph type="pic" idx="2"/>
          </p:nvPr>
        </p:nvSpPr>
        <p:spPr>
          <a:xfrm>
            <a:off x="2389717" y="612775"/>
            <a:ext cx="7315200" cy="4114800"/>
          </a:xfrm>
          <a:prstGeom prst="rect">
            <a:avLst/>
          </a:prstGeom>
          <a:noFill/>
          <a:ln>
            <a:noFill/>
          </a:ln>
        </p:spPr>
      </p:sp>
      <p:sp>
        <p:nvSpPr>
          <p:cNvPr id="1048762" name="Google Shape;64;p11"/>
          <p:cNvSpPr txBox="1">
            <a:spLocks noGrp="1"/>
          </p:cNvSpPr>
          <p:nvPr>
            <p:ph type="body" idx="1"/>
          </p:nvPr>
        </p:nvSpPr>
        <p:spPr>
          <a:xfrm>
            <a:off x="2389717" y="5367338"/>
            <a:ext cx="7315200" cy="804862"/>
          </a:xfrm>
          <a:prstGeom prst="rect">
            <a:avLst/>
          </a:prstGeom>
          <a:noFill/>
          <a:ln>
            <a:noFill/>
          </a:ln>
        </p:spPr>
        <p:txBody>
          <a:bodyPr spcFirstLastPara="1" wrap="square" lIns="0" tIns="69075" rIns="0" bIns="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048763" name="Google Shape;65;p1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64" name="Google Shape;66;p1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7"/>
        <p:cNvGrpSpPr/>
        <p:nvPr/>
      </p:nvGrpSpPr>
      <p:grpSpPr>
        <a:xfrm>
          <a:off x="0" y="0"/>
          <a:ext cx="0" cy="0"/>
          <a:chOff x="0" y="0"/>
          <a:chExt cx="0" cy="0"/>
        </a:xfrm>
      </p:grpSpPr>
      <p:sp>
        <p:nvSpPr>
          <p:cNvPr id="1048747" name="Google Shape;68;p12"/>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48" name="Google Shape;69;p12"/>
          <p:cNvSpPr txBox="1">
            <a:spLocks noGrp="1"/>
          </p:cNvSpPr>
          <p:nvPr>
            <p:ph type="body" idx="1"/>
          </p:nvPr>
        </p:nvSpPr>
        <p:spPr>
          <a:xfrm rot="5400000">
            <a:off x="4107657" y="-1893094"/>
            <a:ext cx="3975100" cy="10971213"/>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lvl1pPr>
            <a:lvl2pPr marL="914400" lvl="1" indent="-342900" algn="l">
              <a:lnSpc>
                <a:spcPct val="83000"/>
              </a:lnSpc>
              <a:spcBef>
                <a:spcPts val="1140"/>
              </a:spcBef>
              <a:spcAft>
                <a:spcPts val="0"/>
              </a:spcAft>
              <a:buSzPts val="1800"/>
              <a:buChar char="–"/>
            </a:lvl2pPr>
            <a:lvl3pPr marL="1371600" lvl="2" indent="-342900" algn="l">
              <a:lnSpc>
                <a:spcPct val="83000"/>
              </a:lnSpc>
              <a:spcBef>
                <a:spcPts val="850"/>
              </a:spcBef>
              <a:spcAft>
                <a:spcPts val="0"/>
              </a:spcAft>
              <a:buSzPts val="1800"/>
              <a:buChar char="•"/>
            </a:lvl3pPr>
            <a:lvl4pPr marL="1828800" lvl="3" indent="-342900" algn="l">
              <a:lnSpc>
                <a:spcPct val="83000"/>
              </a:lnSpc>
              <a:spcBef>
                <a:spcPts val="575"/>
              </a:spcBef>
              <a:spcAft>
                <a:spcPts val="0"/>
              </a:spcAft>
              <a:buSzPts val="1800"/>
              <a:buChar char="–"/>
            </a:lvl4pPr>
            <a:lvl5pPr marL="2286000" lvl="4" indent="-342900" algn="l">
              <a:lnSpc>
                <a:spcPct val="83000"/>
              </a:lnSpc>
              <a:spcBef>
                <a:spcPts val="290"/>
              </a:spcBef>
              <a:spcAft>
                <a:spcPts val="0"/>
              </a:spcAft>
              <a:buSzPts val="1800"/>
              <a:buChar char="»"/>
            </a:lvl5pPr>
            <a:lvl6pPr marL="2743200" lvl="5" indent="-228600" algn="l">
              <a:lnSpc>
                <a:spcPct val="83000"/>
              </a:lnSpc>
              <a:spcBef>
                <a:spcPts val="290"/>
              </a:spcBef>
              <a:spcAft>
                <a:spcPts val="0"/>
              </a:spcAft>
              <a:buSzPts val="1400"/>
              <a:buNone/>
            </a:lvl6pPr>
            <a:lvl7pPr marL="3200400" lvl="6" indent="-228600" algn="l">
              <a:lnSpc>
                <a:spcPct val="83000"/>
              </a:lnSpc>
              <a:spcBef>
                <a:spcPts val="290"/>
              </a:spcBef>
              <a:spcAft>
                <a:spcPts val="0"/>
              </a:spcAft>
              <a:buSzPts val="1400"/>
              <a:buNone/>
            </a:lvl7pPr>
            <a:lvl8pPr marL="3657600" lvl="7" indent="-228600" algn="l">
              <a:lnSpc>
                <a:spcPct val="83000"/>
              </a:lnSpc>
              <a:spcBef>
                <a:spcPts val="290"/>
              </a:spcBef>
              <a:spcAft>
                <a:spcPts val="0"/>
              </a:spcAft>
              <a:buSzPts val="1400"/>
              <a:buNone/>
            </a:lvl8pPr>
            <a:lvl9pPr marL="4114800" lvl="8" indent="-228600" algn="l">
              <a:lnSpc>
                <a:spcPct val="83000"/>
              </a:lnSpc>
              <a:spcBef>
                <a:spcPts val="290"/>
              </a:spcBef>
              <a:spcAft>
                <a:spcPts val="0"/>
              </a:spcAft>
              <a:buSzPts val="1400"/>
              <a:buNone/>
            </a:lvl9pPr>
          </a:lstStyle>
          <a:p>
            <a:endParaRPr/>
          </a:p>
        </p:txBody>
      </p:sp>
      <p:sp>
        <p:nvSpPr>
          <p:cNvPr id="1048749" name="Google Shape;70;p1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50" name="Google Shape;71;p1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2"/>
        <p:cNvGrpSpPr/>
        <p:nvPr/>
      </p:nvGrpSpPr>
      <p:grpSpPr>
        <a:xfrm>
          <a:off x="0" y="0"/>
          <a:ext cx="0" cy="0"/>
          <a:chOff x="0" y="0"/>
          <a:chExt cx="0" cy="0"/>
        </a:xfrm>
      </p:grpSpPr>
      <p:sp>
        <p:nvSpPr>
          <p:cNvPr id="1048743" name="Google Shape;73;p13"/>
          <p:cNvSpPr txBox="1">
            <a:spLocks noGrp="1"/>
          </p:cNvSpPr>
          <p:nvPr>
            <p:ph type="title"/>
          </p:nvPr>
        </p:nvSpPr>
        <p:spPr>
          <a:xfrm rot="5400000">
            <a:off x="8222193" y="2221971"/>
            <a:ext cx="3975100"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44" name="Google Shape;74;p13"/>
          <p:cNvSpPr txBox="1">
            <a:spLocks noGrp="1"/>
          </p:cNvSpPr>
          <p:nvPr>
            <p:ph type="body" idx="1"/>
          </p:nvPr>
        </p:nvSpPr>
        <p:spPr>
          <a:xfrm rot="5400000">
            <a:off x="2635250" y="-420687"/>
            <a:ext cx="3975100" cy="8026400"/>
          </a:xfrm>
          <a:prstGeom prst="rect">
            <a:avLst/>
          </a:prstGeom>
          <a:noFill/>
          <a:ln>
            <a:noFill/>
          </a:ln>
        </p:spPr>
        <p:txBody>
          <a:bodyPr spcFirstLastPara="1" wrap="square" lIns="0" tIns="69075" rIns="0" bIns="0" anchor="t" anchorCtr="0">
            <a:noAutofit/>
          </a:bodyPr>
          <a:lstStyle>
            <a:lvl1pPr marL="457200" lvl="0" indent="-342900" algn="l">
              <a:lnSpc>
                <a:spcPct val="83000"/>
              </a:lnSpc>
              <a:spcBef>
                <a:spcPts val="1425"/>
              </a:spcBef>
              <a:spcAft>
                <a:spcPts val="0"/>
              </a:spcAft>
              <a:buSzPts val="1800"/>
              <a:buChar char="•"/>
            </a:lvl1pPr>
            <a:lvl2pPr marL="914400" lvl="1" indent="-342900" algn="l">
              <a:lnSpc>
                <a:spcPct val="83000"/>
              </a:lnSpc>
              <a:spcBef>
                <a:spcPts val="1140"/>
              </a:spcBef>
              <a:spcAft>
                <a:spcPts val="0"/>
              </a:spcAft>
              <a:buSzPts val="1800"/>
              <a:buChar char="–"/>
            </a:lvl2pPr>
            <a:lvl3pPr marL="1371600" lvl="2" indent="-342900" algn="l">
              <a:lnSpc>
                <a:spcPct val="83000"/>
              </a:lnSpc>
              <a:spcBef>
                <a:spcPts val="850"/>
              </a:spcBef>
              <a:spcAft>
                <a:spcPts val="0"/>
              </a:spcAft>
              <a:buSzPts val="1800"/>
              <a:buChar char="•"/>
            </a:lvl3pPr>
            <a:lvl4pPr marL="1828800" lvl="3" indent="-342900" algn="l">
              <a:lnSpc>
                <a:spcPct val="83000"/>
              </a:lnSpc>
              <a:spcBef>
                <a:spcPts val="575"/>
              </a:spcBef>
              <a:spcAft>
                <a:spcPts val="0"/>
              </a:spcAft>
              <a:buSzPts val="1800"/>
              <a:buChar char="–"/>
            </a:lvl4pPr>
            <a:lvl5pPr marL="2286000" lvl="4" indent="-342900" algn="l">
              <a:lnSpc>
                <a:spcPct val="83000"/>
              </a:lnSpc>
              <a:spcBef>
                <a:spcPts val="290"/>
              </a:spcBef>
              <a:spcAft>
                <a:spcPts val="0"/>
              </a:spcAft>
              <a:buSzPts val="1800"/>
              <a:buChar char="»"/>
            </a:lvl5pPr>
            <a:lvl6pPr marL="2743200" lvl="5" indent="-228600" algn="l">
              <a:lnSpc>
                <a:spcPct val="83000"/>
              </a:lnSpc>
              <a:spcBef>
                <a:spcPts val="290"/>
              </a:spcBef>
              <a:spcAft>
                <a:spcPts val="0"/>
              </a:spcAft>
              <a:buSzPts val="1400"/>
              <a:buNone/>
            </a:lvl6pPr>
            <a:lvl7pPr marL="3200400" lvl="6" indent="-228600" algn="l">
              <a:lnSpc>
                <a:spcPct val="83000"/>
              </a:lnSpc>
              <a:spcBef>
                <a:spcPts val="290"/>
              </a:spcBef>
              <a:spcAft>
                <a:spcPts val="0"/>
              </a:spcAft>
              <a:buSzPts val="1400"/>
              <a:buNone/>
            </a:lvl7pPr>
            <a:lvl8pPr marL="3657600" lvl="7" indent="-228600" algn="l">
              <a:lnSpc>
                <a:spcPct val="83000"/>
              </a:lnSpc>
              <a:spcBef>
                <a:spcPts val="290"/>
              </a:spcBef>
              <a:spcAft>
                <a:spcPts val="0"/>
              </a:spcAft>
              <a:buSzPts val="1400"/>
              <a:buNone/>
            </a:lvl8pPr>
            <a:lvl9pPr marL="4114800" lvl="8" indent="-228600" algn="l">
              <a:lnSpc>
                <a:spcPct val="83000"/>
              </a:lnSpc>
              <a:spcBef>
                <a:spcPts val="290"/>
              </a:spcBef>
              <a:spcAft>
                <a:spcPts val="0"/>
              </a:spcAft>
              <a:buSzPts val="1400"/>
              <a:buNone/>
            </a:lvl9pPr>
          </a:lstStyle>
          <a:p>
            <a:endParaRPr/>
          </a:p>
        </p:txBody>
      </p:sp>
      <p:sp>
        <p:nvSpPr>
          <p:cNvPr id="1048745" name="Google Shape;75;p1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46" name="Google Shape;76;p1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83"/>
        <p:cNvGrpSpPr/>
        <p:nvPr/>
      </p:nvGrpSpPr>
      <p:grpSpPr>
        <a:xfrm>
          <a:off x="0" y="0"/>
          <a:ext cx="0" cy="0"/>
          <a:chOff x="0" y="0"/>
          <a:chExt cx="0" cy="0"/>
        </a:xfrm>
      </p:grpSpPr>
      <p:sp>
        <p:nvSpPr>
          <p:cNvPr id="1048597" name="Google Shape;84;p15"/>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598" name="Google Shape;85;p15"/>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lvl1pPr>
            <a:lvl2pPr marL="914400" lvl="1" indent="-342900" algn="l">
              <a:lnSpc>
                <a:spcPct val="83000"/>
              </a:lnSpc>
              <a:spcBef>
                <a:spcPts val="1140"/>
              </a:spcBef>
              <a:spcAft>
                <a:spcPts val="0"/>
              </a:spcAft>
              <a:buSzPts val="1800"/>
              <a:buChar char="–"/>
            </a:lvl2pPr>
            <a:lvl3pPr marL="1371600" lvl="2" indent="-342900" algn="l">
              <a:lnSpc>
                <a:spcPct val="83000"/>
              </a:lnSpc>
              <a:spcBef>
                <a:spcPts val="850"/>
              </a:spcBef>
              <a:spcAft>
                <a:spcPts val="0"/>
              </a:spcAft>
              <a:buSzPts val="1800"/>
              <a:buChar char="•"/>
            </a:lvl3pPr>
            <a:lvl4pPr marL="1828800" lvl="3" indent="-342900" algn="l">
              <a:lnSpc>
                <a:spcPct val="83000"/>
              </a:lnSpc>
              <a:spcBef>
                <a:spcPts val="575"/>
              </a:spcBef>
              <a:spcAft>
                <a:spcPts val="0"/>
              </a:spcAft>
              <a:buSzPts val="1800"/>
              <a:buChar char="–"/>
            </a:lvl4pPr>
            <a:lvl5pPr marL="2286000" lvl="4" indent="-342900" algn="l">
              <a:lnSpc>
                <a:spcPct val="83000"/>
              </a:lnSpc>
              <a:spcBef>
                <a:spcPts val="290"/>
              </a:spcBef>
              <a:spcAft>
                <a:spcPts val="0"/>
              </a:spcAft>
              <a:buSzPts val="1800"/>
              <a:buChar char="»"/>
            </a:lvl5pPr>
            <a:lvl6pPr marL="2743200" lvl="5" indent="-228600" algn="l">
              <a:lnSpc>
                <a:spcPct val="83000"/>
              </a:lnSpc>
              <a:spcBef>
                <a:spcPts val="290"/>
              </a:spcBef>
              <a:spcAft>
                <a:spcPts val="0"/>
              </a:spcAft>
              <a:buSzPts val="1400"/>
              <a:buNone/>
            </a:lvl6pPr>
            <a:lvl7pPr marL="3200400" lvl="6" indent="-228600" algn="l">
              <a:lnSpc>
                <a:spcPct val="83000"/>
              </a:lnSpc>
              <a:spcBef>
                <a:spcPts val="290"/>
              </a:spcBef>
              <a:spcAft>
                <a:spcPts val="0"/>
              </a:spcAft>
              <a:buSzPts val="1400"/>
              <a:buNone/>
            </a:lvl7pPr>
            <a:lvl8pPr marL="3657600" lvl="7" indent="-228600" algn="l">
              <a:lnSpc>
                <a:spcPct val="83000"/>
              </a:lnSpc>
              <a:spcBef>
                <a:spcPts val="290"/>
              </a:spcBef>
              <a:spcAft>
                <a:spcPts val="0"/>
              </a:spcAft>
              <a:buSzPts val="1400"/>
              <a:buNone/>
            </a:lvl8pPr>
            <a:lvl9pPr marL="4114800" lvl="8" indent="-228600" algn="l">
              <a:lnSpc>
                <a:spcPct val="83000"/>
              </a:lnSpc>
              <a:spcBef>
                <a:spcPts val="290"/>
              </a:spcBef>
              <a:spcAft>
                <a:spcPts val="0"/>
              </a:spcAft>
              <a:buSzPts val="1400"/>
              <a:buNone/>
            </a:lvl9pPr>
          </a:lstStyle>
          <a:p>
            <a:endParaRPr/>
          </a:p>
        </p:txBody>
      </p:sp>
      <p:sp>
        <p:nvSpPr>
          <p:cNvPr id="1048599" name="Google Shape;86;p1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600" name="Google Shape;87;p1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8"/>
        <p:cNvGrpSpPr/>
        <p:nvPr/>
      </p:nvGrpSpPr>
      <p:grpSpPr>
        <a:xfrm>
          <a:off x="0" y="0"/>
          <a:ext cx="0" cy="0"/>
          <a:chOff x="0" y="0"/>
          <a:chExt cx="0" cy="0"/>
        </a:xfrm>
      </p:grpSpPr>
      <p:sp>
        <p:nvSpPr>
          <p:cNvPr id="1048718" name="Google Shape;89;p16"/>
          <p:cNvSpPr txBox="1">
            <a:spLocks noGrp="1"/>
          </p:cNvSpPr>
          <p:nvPr>
            <p:ph type="ctrTitle"/>
          </p:nvPr>
        </p:nvSpPr>
        <p:spPr>
          <a:xfrm>
            <a:off x="914400" y="2130426"/>
            <a:ext cx="10363200" cy="1470025"/>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19" name="Google Shape;90;p16"/>
          <p:cNvSpPr txBox="1">
            <a:spLocks noGrp="1"/>
          </p:cNvSpPr>
          <p:nvPr>
            <p:ph type="subTitle" idx="1"/>
          </p:nvPr>
        </p:nvSpPr>
        <p:spPr>
          <a:xfrm>
            <a:off x="1828800" y="3886200"/>
            <a:ext cx="8534400" cy="1752600"/>
          </a:xfrm>
          <a:prstGeom prst="rect">
            <a:avLst/>
          </a:prstGeom>
          <a:noFill/>
          <a:ln>
            <a:noFill/>
          </a:ln>
        </p:spPr>
        <p:txBody>
          <a:bodyPr spcFirstLastPara="1" wrap="square" lIns="91425" tIns="45700" rIns="91425" bIns="45700" anchor="t" anchorCtr="0">
            <a:noAutofit/>
          </a:bodyPr>
          <a:lstStyle>
            <a:lvl1pPr lvl="0" algn="ctr">
              <a:lnSpc>
                <a:spcPct val="83000"/>
              </a:lnSpc>
              <a:spcBef>
                <a:spcPts val="1425"/>
              </a:spcBef>
              <a:spcAft>
                <a:spcPts val="0"/>
              </a:spcAft>
              <a:buSzPts val="3200"/>
              <a:buNone/>
            </a:lvl1pPr>
            <a:lvl2pPr lvl="1" algn="ctr">
              <a:lnSpc>
                <a:spcPct val="83000"/>
              </a:lnSpc>
              <a:spcBef>
                <a:spcPts val="1140"/>
              </a:spcBef>
              <a:spcAft>
                <a:spcPts val="0"/>
              </a:spcAft>
              <a:buSzPts val="2400"/>
              <a:buNone/>
            </a:lvl2pPr>
            <a:lvl3pPr lvl="2" algn="ctr">
              <a:lnSpc>
                <a:spcPct val="83000"/>
              </a:lnSpc>
              <a:spcBef>
                <a:spcPts val="850"/>
              </a:spcBef>
              <a:spcAft>
                <a:spcPts val="0"/>
              </a:spcAft>
              <a:buSzPts val="2000"/>
              <a:buNone/>
            </a:lvl3pPr>
            <a:lvl4pPr lvl="3" algn="ctr">
              <a:lnSpc>
                <a:spcPct val="83000"/>
              </a:lnSpc>
              <a:spcBef>
                <a:spcPts val="575"/>
              </a:spcBef>
              <a:spcAft>
                <a:spcPts val="0"/>
              </a:spcAft>
              <a:buSzPts val="2000"/>
              <a:buNone/>
            </a:lvl4pPr>
            <a:lvl5pPr lvl="4" algn="ctr">
              <a:lnSpc>
                <a:spcPct val="83000"/>
              </a:lnSpc>
              <a:spcBef>
                <a:spcPts val="290"/>
              </a:spcBef>
              <a:spcAft>
                <a:spcPts val="0"/>
              </a:spcAft>
              <a:buSzPts val="2000"/>
              <a:buNone/>
            </a:lvl5pPr>
            <a:lvl6pPr lvl="5" algn="ctr">
              <a:lnSpc>
                <a:spcPct val="83000"/>
              </a:lnSpc>
              <a:spcBef>
                <a:spcPts val="290"/>
              </a:spcBef>
              <a:spcAft>
                <a:spcPts val="0"/>
              </a:spcAft>
              <a:buSzPts val="2000"/>
              <a:buNone/>
            </a:lvl6pPr>
            <a:lvl7pPr lvl="6" algn="ctr">
              <a:lnSpc>
                <a:spcPct val="83000"/>
              </a:lnSpc>
              <a:spcBef>
                <a:spcPts val="290"/>
              </a:spcBef>
              <a:spcAft>
                <a:spcPts val="0"/>
              </a:spcAft>
              <a:buSzPts val="2000"/>
              <a:buNone/>
            </a:lvl7pPr>
            <a:lvl8pPr lvl="7" algn="ctr">
              <a:lnSpc>
                <a:spcPct val="83000"/>
              </a:lnSpc>
              <a:spcBef>
                <a:spcPts val="290"/>
              </a:spcBef>
              <a:spcAft>
                <a:spcPts val="0"/>
              </a:spcAft>
              <a:buSzPts val="2000"/>
              <a:buNone/>
            </a:lvl8pPr>
            <a:lvl9pPr lvl="8" algn="ctr">
              <a:lnSpc>
                <a:spcPct val="83000"/>
              </a:lnSpc>
              <a:spcBef>
                <a:spcPts val="290"/>
              </a:spcBef>
              <a:spcAft>
                <a:spcPts val="0"/>
              </a:spcAft>
              <a:buSzPts val="2000"/>
              <a:buNone/>
            </a:lvl9pPr>
          </a:lstStyle>
          <a:p>
            <a:endParaRPr/>
          </a:p>
        </p:txBody>
      </p:sp>
      <p:sp>
        <p:nvSpPr>
          <p:cNvPr id="1048720" name="Google Shape;91;p16"/>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21" name="Google Shape;92;p16"/>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93"/>
        <p:cNvGrpSpPr/>
        <p:nvPr/>
      </p:nvGrpSpPr>
      <p:grpSpPr>
        <a:xfrm>
          <a:off x="0" y="0"/>
          <a:ext cx="0" cy="0"/>
          <a:chOff x="0" y="0"/>
          <a:chExt cx="0" cy="0"/>
        </a:xfrm>
      </p:grpSpPr>
      <p:sp>
        <p:nvSpPr>
          <p:cNvPr id="1048714" name="Google Shape;94;p17"/>
          <p:cNvSpPr txBox="1">
            <a:spLocks noGrp="1"/>
          </p:cNvSpPr>
          <p:nvPr>
            <p:ph type="title"/>
          </p:nvPr>
        </p:nvSpPr>
        <p:spPr>
          <a:xfrm>
            <a:off x="963084" y="4406901"/>
            <a:ext cx="10363200" cy="1362075"/>
          </a:xfrm>
          <a:prstGeom prst="rect">
            <a:avLst/>
          </a:prstGeom>
          <a:noFill/>
          <a:ln>
            <a:noFill/>
          </a:ln>
        </p:spPr>
        <p:txBody>
          <a:bodyPr spcFirstLastPara="1" wrap="square" lIns="91425" tIns="45700" rIns="91425" bIns="45700" anchor="t" anchorCtr="0">
            <a:noAutofit/>
          </a:bodyPr>
          <a:lstStyle>
            <a:lvl1pPr lvl="0" algn="l">
              <a:lnSpc>
                <a:spcPct val="83000"/>
              </a:lnSpc>
              <a:spcBef>
                <a:spcPts val="0"/>
              </a:spcBef>
              <a:spcAft>
                <a:spcPts val="0"/>
              </a:spcAft>
              <a:buSzPts val="1400"/>
              <a:buNone/>
              <a:defRPr sz="4000" b="1" cap="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15" name="Google Shape;95;p17"/>
          <p:cNvSpPr txBox="1">
            <a:spLocks noGrp="1"/>
          </p:cNvSpPr>
          <p:nvPr>
            <p:ph type="body" idx="1"/>
          </p:nvPr>
        </p:nvSpPr>
        <p:spPr>
          <a:xfrm>
            <a:off x="963084" y="2906713"/>
            <a:ext cx="10363200" cy="1500187"/>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000"/>
              <a:buNone/>
              <a:defRPr sz="2000"/>
            </a:lvl1pPr>
            <a:lvl2pPr marL="914400" lvl="1" indent="-228600" algn="l">
              <a:lnSpc>
                <a:spcPct val="83000"/>
              </a:lnSpc>
              <a:spcBef>
                <a:spcPts val="1140"/>
              </a:spcBef>
              <a:spcAft>
                <a:spcPts val="0"/>
              </a:spcAft>
              <a:buSzPts val="1800"/>
              <a:buNone/>
              <a:defRPr sz="1800"/>
            </a:lvl2pPr>
            <a:lvl3pPr marL="1371600" lvl="2" indent="-228600" algn="l">
              <a:lnSpc>
                <a:spcPct val="83000"/>
              </a:lnSpc>
              <a:spcBef>
                <a:spcPts val="850"/>
              </a:spcBef>
              <a:spcAft>
                <a:spcPts val="0"/>
              </a:spcAft>
              <a:buSzPts val="1600"/>
              <a:buNone/>
              <a:defRPr sz="1600"/>
            </a:lvl3pPr>
            <a:lvl4pPr marL="1828800" lvl="3" indent="-228600" algn="l">
              <a:lnSpc>
                <a:spcPct val="83000"/>
              </a:lnSpc>
              <a:spcBef>
                <a:spcPts val="575"/>
              </a:spcBef>
              <a:spcAft>
                <a:spcPts val="0"/>
              </a:spcAft>
              <a:buSzPts val="1400"/>
              <a:buNone/>
              <a:defRPr sz="1400"/>
            </a:lvl4pPr>
            <a:lvl5pPr marL="2286000" lvl="4" indent="-228600" algn="l">
              <a:lnSpc>
                <a:spcPct val="83000"/>
              </a:lnSpc>
              <a:spcBef>
                <a:spcPts val="290"/>
              </a:spcBef>
              <a:spcAft>
                <a:spcPts val="0"/>
              </a:spcAft>
              <a:buSzPts val="1400"/>
              <a:buNone/>
              <a:defRPr sz="1400"/>
            </a:lvl5pPr>
            <a:lvl6pPr marL="2743200" lvl="5" indent="-228600" algn="l">
              <a:lnSpc>
                <a:spcPct val="83000"/>
              </a:lnSpc>
              <a:spcBef>
                <a:spcPts val="290"/>
              </a:spcBef>
              <a:spcAft>
                <a:spcPts val="0"/>
              </a:spcAft>
              <a:buSzPts val="1400"/>
              <a:buNone/>
              <a:defRPr sz="1400"/>
            </a:lvl6pPr>
            <a:lvl7pPr marL="3200400" lvl="6" indent="-228600" algn="l">
              <a:lnSpc>
                <a:spcPct val="83000"/>
              </a:lnSpc>
              <a:spcBef>
                <a:spcPts val="290"/>
              </a:spcBef>
              <a:spcAft>
                <a:spcPts val="0"/>
              </a:spcAft>
              <a:buSzPts val="1400"/>
              <a:buNone/>
              <a:defRPr sz="1400"/>
            </a:lvl7pPr>
            <a:lvl8pPr marL="3657600" lvl="7" indent="-228600" algn="l">
              <a:lnSpc>
                <a:spcPct val="83000"/>
              </a:lnSpc>
              <a:spcBef>
                <a:spcPts val="290"/>
              </a:spcBef>
              <a:spcAft>
                <a:spcPts val="0"/>
              </a:spcAft>
              <a:buSzPts val="1400"/>
              <a:buNone/>
              <a:defRPr sz="1400"/>
            </a:lvl8pPr>
            <a:lvl9pPr marL="4114800" lvl="8" indent="-228600" algn="l">
              <a:lnSpc>
                <a:spcPct val="83000"/>
              </a:lnSpc>
              <a:spcBef>
                <a:spcPts val="290"/>
              </a:spcBef>
              <a:spcAft>
                <a:spcPts val="0"/>
              </a:spcAft>
              <a:buSzPts val="1400"/>
              <a:buNone/>
              <a:defRPr sz="1400"/>
            </a:lvl9pPr>
          </a:lstStyle>
          <a:p>
            <a:endParaRPr/>
          </a:p>
        </p:txBody>
      </p:sp>
      <p:sp>
        <p:nvSpPr>
          <p:cNvPr id="1048716" name="Google Shape;96;p17"/>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17" name="Google Shape;97;p17"/>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98"/>
        <p:cNvGrpSpPr/>
        <p:nvPr/>
      </p:nvGrpSpPr>
      <p:grpSpPr>
        <a:xfrm>
          <a:off x="0" y="0"/>
          <a:ext cx="0" cy="0"/>
          <a:chOff x="0" y="0"/>
          <a:chExt cx="0" cy="0"/>
        </a:xfrm>
      </p:grpSpPr>
      <p:sp>
        <p:nvSpPr>
          <p:cNvPr id="1048731" name="Google Shape;99;p18"/>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32" name="Google Shape;100;p18"/>
          <p:cNvSpPr txBox="1">
            <a:spLocks noGrp="1"/>
          </p:cNvSpPr>
          <p:nvPr>
            <p:ph type="body" idx="1"/>
          </p:nvPr>
        </p:nvSpPr>
        <p:spPr>
          <a:xfrm>
            <a:off x="609601" y="1600201"/>
            <a:ext cx="5382684"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48733" name="Google Shape;101;p18"/>
          <p:cNvSpPr txBox="1">
            <a:spLocks noGrp="1"/>
          </p:cNvSpPr>
          <p:nvPr>
            <p:ph type="body" idx="2"/>
          </p:nvPr>
        </p:nvSpPr>
        <p:spPr>
          <a:xfrm>
            <a:off x="6195484" y="1600201"/>
            <a:ext cx="5384800" cy="4524375"/>
          </a:xfrm>
          <a:prstGeom prst="rect">
            <a:avLst/>
          </a:prstGeom>
          <a:noFill/>
          <a:ln>
            <a:noFill/>
          </a:ln>
        </p:spPr>
        <p:txBody>
          <a:bodyPr spcFirstLastPara="1" wrap="square" lIns="91425" tIns="45700" rIns="91425" bIns="45700" anchor="t" anchorCtr="0">
            <a:noAutofit/>
          </a:bodyPr>
          <a:lstStyle>
            <a:lvl1pPr marL="457200" lvl="0" indent="-406400" algn="l">
              <a:lnSpc>
                <a:spcPct val="83000"/>
              </a:lnSpc>
              <a:spcBef>
                <a:spcPts val="1425"/>
              </a:spcBef>
              <a:spcAft>
                <a:spcPts val="0"/>
              </a:spcAft>
              <a:buSzPts val="2800"/>
              <a:buChar char="•"/>
              <a:defRPr sz="2800"/>
            </a:lvl1pPr>
            <a:lvl2pPr marL="914400" lvl="1" indent="-381000" algn="l">
              <a:lnSpc>
                <a:spcPct val="83000"/>
              </a:lnSpc>
              <a:spcBef>
                <a:spcPts val="1140"/>
              </a:spcBef>
              <a:spcAft>
                <a:spcPts val="0"/>
              </a:spcAft>
              <a:buSzPts val="2400"/>
              <a:buChar char="–"/>
              <a:defRPr sz="2400"/>
            </a:lvl2pPr>
            <a:lvl3pPr marL="1371600" lvl="2" indent="-355600" algn="l">
              <a:lnSpc>
                <a:spcPct val="83000"/>
              </a:lnSpc>
              <a:spcBef>
                <a:spcPts val="850"/>
              </a:spcBef>
              <a:spcAft>
                <a:spcPts val="0"/>
              </a:spcAft>
              <a:buSzPts val="2000"/>
              <a:buChar char="•"/>
              <a:defRPr sz="2000"/>
            </a:lvl3pPr>
            <a:lvl4pPr marL="1828800" lvl="3" indent="-342900" algn="l">
              <a:lnSpc>
                <a:spcPct val="83000"/>
              </a:lnSpc>
              <a:spcBef>
                <a:spcPts val="575"/>
              </a:spcBef>
              <a:spcAft>
                <a:spcPts val="0"/>
              </a:spcAft>
              <a:buSzPts val="1800"/>
              <a:buChar char="–"/>
              <a:defRPr sz="1800"/>
            </a:lvl4pPr>
            <a:lvl5pPr marL="2286000" lvl="4" indent="-342900" algn="l">
              <a:lnSpc>
                <a:spcPct val="83000"/>
              </a:lnSpc>
              <a:spcBef>
                <a:spcPts val="290"/>
              </a:spcBef>
              <a:spcAft>
                <a:spcPts val="0"/>
              </a:spcAft>
              <a:buSzPts val="1800"/>
              <a:buChar char="»"/>
              <a:defRPr sz="1800"/>
            </a:lvl5pPr>
            <a:lvl6pPr marL="2743200" lvl="5" indent="-228600" algn="l">
              <a:lnSpc>
                <a:spcPct val="83000"/>
              </a:lnSpc>
              <a:spcBef>
                <a:spcPts val="290"/>
              </a:spcBef>
              <a:spcAft>
                <a:spcPts val="0"/>
              </a:spcAft>
              <a:buSzPts val="1400"/>
              <a:buNone/>
              <a:defRPr sz="1800"/>
            </a:lvl6pPr>
            <a:lvl7pPr marL="3200400" lvl="6" indent="-228600" algn="l">
              <a:lnSpc>
                <a:spcPct val="83000"/>
              </a:lnSpc>
              <a:spcBef>
                <a:spcPts val="290"/>
              </a:spcBef>
              <a:spcAft>
                <a:spcPts val="0"/>
              </a:spcAft>
              <a:buSzPts val="1400"/>
              <a:buNone/>
              <a:defRPr sz="1800"/>
            </a:lvl7pPr>
            <a:lvl8pPr marL="3657600" lvl="7" indent="-228600" algn="l">
              <a:lnSpc>
                <a:spcPct val="83000"/>
              </a:lnSpc>
              <a:spcBef>
                <a:spcPts val="290"/>
              </a:spcBef>
              <a:spcAft>
                <a:spcPts val="0"/>
              </a:spcAft>
              <a:buSzPts val="1400"/>
              <a:buNone/>
              <a:defRPr sz="1800"/>
            </a:lvl8pPr>
            <a:lvl9pPr marL="4114800" lvl="8" indent="-228600" algn="l">
              <a:lnSpc>
                <a:spcPct val="83000"/>
              </a:lnSpc>
              <a:spcBef>
                <a:spcPts val="290"/>
              </a:spcBef>
              <a:spcAft>
                <a:spcPts val="0"/>
              </a:spcAft>
              <a:buSzPts val="1400"/>
              <a:buNone/>
              <a:defRPr sz="1800"/>
            </a:lvl9pPr>
          </a:lstStyle>
          <a:p>
            <a:endParaRPr/>
          </a:p>
        </p:txBody>
      </p:sp>
      <p:sp>
        <p:nvSpPr>
          <p:cNvPr id="1048734" name="Google Shape;102;p18"/>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35" name="Google Shape;103;p18"/>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04"/>
        <p:cNvGrpSpPr/>
        <p:nvPr/>
      </p:nvGrpSpPr>
      <p:grpSpPr>
        <a:xfrm>
          <a:off x="0" y="0"/>
          <a:ext cx="0" cy="0"/>
          <a:chOff x="0" y="0"/>
          <a:chExt cx="0" cy="0"/>
        </a:xfrm>
      </p:grpSpPr>
      <p:sp>
        <p:nvSpPr>
          <p:cNvPr id="1048724" name="Google Shape;105;p19"/>
          <p:cNvSpPr txBox="1">
            <a:spLocks noGrp="1"/>
          </p:cNvSpPr>
          <p:nvPr>
            <p:ph type="title"/>
          </p:nvPr>
        </p:nvSpPr>
        <p:spPr>
          <a:xfrm>
            <a:off x="609600" y="274638"/>
            <a:ext cx="10972800" cy="1143000"/>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25" name="Google Shape;106;p19"/>
          <p:cNvSpPr txBox="1">
            <a:spLocks noGrp="1"/>
          </p:cNvSpPr>
          <p:nvPr>
            <p:ph type="body" idx="1"/>
          </p:nvPr>
        </p:nvSpPr>
        <p:spPr>
          <a:xfrm>
            <a:off x="609600" y="1535113"/>
            <a:ext cx="5386917"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48726" name="Google Shape;107;p19"/>
          <p:cNvSpPr txBox="1">
            <a:spLocks noGrp="1"/>
          </p:cNvSpPr>
          <p:nvPr>
            <p:ph type="body" idx="2"/>
          </p:nvPr>
        </p:nvSpPr>
        <p:spPr>
          <a:xfrm>
            <a:off x="609600" y="2174875"/>
            <a:ext cx="5386917"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048727" name="Google Shape;108;p19"/>
          <p:cNvSpPr txBox="1">
            <a:spLocks noGrp="1"/>
          </p:cNvSpPr>
          <p:nvPr>
            <p:ph type="body" idx="3"/>
          </p:nvPr>
        </p:nvSpPr>
        <p:spPr>
          <a:xfrm>
            <a:off x="6193368" y="1535113"/>
            <a:ext cx="5389033" cy="639762"/>
          </a:xfrm>
          <a:prstGeom prst="rect">
            <a:avLst/>
          </a:prstGeom>
          <a:noFill/>
          <a:ln>
            <a:noFill/>
          </a:ln>
        </p:spPr>
        <p:txBody>
          <a:bodyPr spcFirstLastPara="1" wrap="square" lIns="91425" tIns="45700" rIns="91425" bIns="45700" anchor="b" anchorCtr="0">
            <a:noAutofit/>
          </a:bodyPr>
          <a:lstStyle>
            <a:lvl1pPr marL="457200" lvl="0" indent="-228600" algn="l">
              <a:lnSpc>
                <a:spcPct val="83000"/>
              </a:lnSpc>
              <a:spcBef>
                <a:spcPts val="1425"/>
              </a:spcBef>
              <a:spcAft>
                <a:spcPts val="0"/>
              </a:spcAft>
              <a:buSzPts val="2400"/>
              <a:buNone/>
              <a:defRPr sz="2400" b="1"/>
            </a:lvl1pPr>
            <a:lvl2pPr marL="914400" lvl="1" indent="-228600" algn="l">
              <a:lnSpc>
                <a:spcPct val="83000"/>
              </a:lnSpc>
              <a:spcBef>
                <a:spcPts val="1140"/>
              </a:spcBef>
              <a:spcAft>
                <a:spcPts val="0"/>
              </a:spcAft>
              <a:buSzPts val="2000"/>
              <a:buNone/>
              <a:defRPr sz="2000" b="1"/>
            </a:lvl2pPr>
            <a:lvl3pPr marL="1371600" lvl="2" indent="-228600" algn="l">
              <a:lnSpc>
                <a:spcPct val="83000"/>
              </a:lnSpc>
              <a:spcBef>
                <a:spcPts val="850"/>
              </a:spcBef>
              <a:spcAft>
                <a:spcPts val="0"/>
              </a:spcAft>
              <a:buSzPts val="1800"/>
              <a:buNone/>
              <a:defRPr sz="1800" b="1"/>
            </a:lvl3pPr>
            <a:lvl4pPr marL="1828800" lvl="3" indent="-228600" algn="l">
              <a:lnSpc>
                <a:spcPct val="83000"/>
              </a:lnSpc>
              <a:spcBef>
                <a:spcPts val="575"/>
              </a:spcBef>
              <a:spcAft>
                <a:spcPts val="0"/>
              </a:spcAft>
              <a:buSzPts val="1600"/>
              <a:buNone/>
              <a:defRPr sz="1600" b="1"/>
            </a:lvl4pPr>
            <a:lvl5pPr marL="2286000" lvl="4" indent="-228600" algn="l">
              <a:lnSpc>
                <a:spcPct val="83000"/>
              </a:lnSpc>
              <a:spcBef>
                <a:spcPts val="290"/>
              </a:spcBef>
              <a:spcAft>
                <a:spcPts val="0"/>
              </a:spcAft>
              <a:buSzPts val="1600"/>
              <a:buNone/>
              <a:defRPr sz="1600" b="1"/>
            </a:lvl5pPr>
            <a:lvl6pPr marL="2743200" lvl="5" indent="-228600" algn="l">
              <a:lnSpc>
                <a:spcPct val="83000"/>
              </a:lnSpc>
              <a:spcBef>
                <a:spcPts val="290"/>
              </a:spcBef>
              <a:spcAft>
                <a:spcPts val="0"/>
              </a:spcAft>
              <a:buSzPts val="1600"/>
              <a:buNone/>
              <a:defRPr sz="1600" b="1"/>
            </a:lvl6pPr>
            <a:lvl7pPr marL="3200400" lvl="6" indent="-228600" algn="l">
              <a:lnSpc>
                <a:spcPct val="83000"/>
              </a:lnSpc>
              <a:spcBef>
                <a:spcPts val="290"/>
              </a:spcBef>
              <a:spcAft>
                <a:spcPts val="0"/>
              </a:spcAft>
              <a:buSzPts val="1600"/>
              <a:buNone/>
              <a:defRPr sz="1600" b="1"/>
            </a:lvl7pPr>
            <a:lvl8pPr marL="3657600" lvl="7" indent="-228600" algn="l">
              <a:lnSpc>
                <a:spcPct val="83000"/>
              </a:lnSpc>
              <a:spcBef>
                <a:spcPts val="290"/>
              </a:spcBef>
              <a:spcAft>
                <a:spcPts val="0"/>
              </a:spcAft>
              <a:buSzPts val="1600"/>
              <a:buNone/>
              <a:defRPr sz="1600" b="1"/>
            </a:lvl8pPr>
            <a:lvl9pPr marL="4114800" lvl="8" indent="-228600" algn="l">
              <a:lnSpc>
                <a:spcPct val="83000"/>
              </a:lnSpc>
              <a:spcBef>
                <a:spcPts val="290"/>
              </a:spcBef>
              <a:spcAft>
                <a:spcPts val="0"/>
              </a:spcAft>
              <a:buSzPts val="1600"/>
              <a:buNone/>
              <a:defRPr sz="1600" b="1"/>
            </a:lvl9pPr>
          </a:lstStyle>
          <a:p>
            <a:endParaRPr/>
          </a:p>
        </p:txBody>
      </p:sp>
      <p:sp>
        <p:nvSpPr>
          <p:cNvPr id="1048728" name="Google Shape;109;p19"/>
          <p:cNvSpPr txBox="1">
            <a:spLocks noGrp="1"/>
          </p:cNvSpPr>
          <p:nvPr>
            <p:ph type="body" idx="4"/>
          </p:nvPr>
        </p:nvSpPr>
        <p:spPr>
          <a:xfrm>
            <a:off x="6193368" y="2174875"/>
            <a:ext cx="5389033" cy="3951288"/>
          </a:xfrm>
          <a:prstGeom prst="rect">
            <a:avLst/>
          </a:prstGeom>
          <a:noFill/>
          <a:ln>
            <a:noFill/>
          </a:ln>
        </p:spPr>
        <p:txBody>
          <a:bodyPr spcFirstLastPara="1" wrap="square" lIns="91425" tIns="45700" rIns="91425" bIns="45700" anchor="t" anchorCtr="0">
            <a:noAutofit/>
          </a:bodyPr>
          <a:lstStyle>
            <a:lvl1pPr marL="457200" lvl="0" indent="-381000" algn="l">
              <a:lnSpc>
                <a:spcPct val="83000"/>
              </a:lnSpc>
              <a:spcBef>
                <a:spcPts val="1425"/>
              </a:spcBef>
              <a:spcAft>
                <a:spcPts val="0"/>
              </a:spcAft>
              <a:buSzPts val="2400"/>
              <a:buChar char="•"/>
              <a:defRPr sz="2400"/>
            </a:lvl1pPr>
            <a:lvl2pPr marL="914400" lvl="1" indent="-355600" algn="l">
              <a:lnSpc>
                <a:spcPct val="83000"/>
              </a:lnSpc>
              <a:spcBef>
                <a:spcPts val="1140"/>
              </a:spcBef>
              <a:spcAft>
                <a:spcPts val="0"/>
              </a:spcAft>
              <a:buSzPts val="2000"/>
              <a:buChar char="–"/>
              <a:defRPr sz="2000"/>
            </a:lvl2pPr>
            <a:lvl3pPr marL="1371600" lvl="2" indent="-342900" algn="l">
              <a:lnSpc>
                <a:spcPct val="83000"/>
              </a:lnSpc>
              <a:spcBef>
                <a:spcPts val="850"/>
              </a:spcBef>
              <a:spcAft>
                <a:spcPts val="0"/>
              </a:spcAft>
              <a:buSzPts val="1800"/>
              <a:buChar char="•"/>
              <a:defRPr sz="1800"/>
            </a:lvl3pPr>
            <a:lvl4pPr marL="1828800" lvl="3" indent="-330200" algn="l">
              <a:lnSpc>
                <a:spcPct val="83000"/>
              </a:lnSpc>
              <a:spcBef>
                <a:spcPts val="575"/>
              </a:spcBef>
              <a:spcAft>
                <a:spcPts val="0"/>
              </a:spcAft>
              <a:buSzPts val="1600"/>
              <a:buChar char="–"/>
              <a:defRPr sz="1600"/>
            </a:lvl4pPr>
            <a:lvl5pPr marL="2286000" lvl="4" indent="-330200" algn="l">
              <a:lnSpc>
                <a:spcPct val="83000"/>
              </a:lnSpc>
              <a:spcBef>
                <a:spcPts val="290"/>
              </a:spcBef>
              <a:spcAft>
                <a:spcPts val="0"/>
              </a:spcAft>
              <a:buSzPts val="1600"/>
              <a:buChar char="»"/>
              <a:defRPr sz="1600"/>
            </a:lvl5pPr>
            <a:lvl6pPr marL="2743200" lvl="5" indent="-228600" algn="l">
              <a:lnSpc>
                <a:spcPct val="83000"/>
              </a:lnSpc>
              <a:spcBef>
                <a:spcPts val="290"/>
              </a:spcBef>
              <a:spcAft>
                <a:spcPts val="0"/>
              </a:spcAft>
              <a:buSzPts val="1400"/>
              <a:buNone/>
              <a:defRPr sz="1600"/>
            </a:lvl6pPr>
            <a:lvl7pPr marL="3200400" lvl="6" indent="-228600" algn="l">
              <a:lnSpc>
                <a:spcPct val="83000"/>
              </a:lnSpc>
              <a:spcBef>
                <a:spcPts val="290"/>
              </a:spcBef>
              <a:spcAft>
                <a:spcPts val="0"/>
              </a:spcAft>
              <a:buSzPts val="1400"/>
              <a:buNone/>
              <a:defRPr sz="1600"/>
            </a:lvl7pPr>
            <a:lvl8pPr marL="3657600" lvl="7" indent="-228600" algn="l">
              <a:lnSpc>
                <a:spcPct val="83000"/>
              </a:lnSpc>
              <a:spcBef>
                <a:spcPts val="290"/>
              </a:spcBef>
              <a:spcAft>
                <a:spcPts val="0"/>
              </a:spcAft>
              <a:buSzPts val="1400"/>
              <a:buNone/>
              <a:defRPr sz="1600"/>
            </a:lvl8pPr>
            <a:lvl9pPr marL="4114800" lvl="8" indent="-228600" algn="l">
              <a:lnSpc>
                <a:spcPct val="83000"/>
              </a:lnSpc>
              <a:spcBef>
                <a:spcPts val="290"/>
              </a:spcBef>
              <a:spcAft>
                <a:spcPts val="0"/>
              </a:spcAft>
              <a:buSzPts val="1400"/>
              <a:buNone/>
              <a:defRPr sz="1600"/>
            </a:lvl9pPr>
          </a:lstStyle>
          <a:p>
            <a:endParaRPr/>
          </a:p>
        </p:txBody>
      </p:sp>
      <p:sp>
        <p:nvSpPr>
          <p:cNvPr id="1048729" name="Google Shape;110;p19"/>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30" name="Google Shape;111;p19"/>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2"/>
        <p:cNvGrpSpPr/>
        <p:nvPr/>
      </p:nvGrpSpPr>
      <p:grpSpPr>
        <a:xfrm>
          <a:off x="0" y="0"/>
          <a:ext cx="0" cy="0"/>
          <a:chOff x="0" y="0"/>
          <a:chExt cx="0" cy="0"/>
        </a:xfrm>
      </p:grpSpPr>
      <p:sp>
        <p:nvSpPr>
          <p:cNvPr id="1048693" name="Google Shape;113;p20"/>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694" name="Google Shape;114;p20"/>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695" name="Google Shape;115;p20"/>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6"/>
        <p:cNvGrpSpPr/>
        <p:nvPr/>
      </p:nvGrpSpPr>
      <p:grpSpPr>
        <a:xfrm>
          <a:off x="0" y="0"/>
          <a:ext cx="0" cy="0"/>
          <a:chOff x="0" y="0"/>
          <a:chExt cx="0" cy="0"/>
        </a:xfrm>
      </p:grpSpPr>
      <p:sp>
        <p:nvSpPr>
          <p:cNvPr id="1048722" name="Google Shape;117;p2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23" name="Google Shape;118;p2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19"/>
        <p:cNvGrpSpPr/>
        <p:nvPr/>
      </p:nvGrpSpPr>
      <p:grpSpPr>
        <a:xfrm>
          <a:off x="0" y="0"/>
          <a:ext cx="0" cy="0"/>
          <a:chOff x="0" y="0"/>
          <a:chExt cx="0" cy="0"/>
        </a:xfrm>
      </p:grpSpPr>
      <p:sp>
        <p:nvSpPr>
          <p:cNvPr id="1048700" name="Google Shape;120;p22"/>
          <p:cNvSpPr txBox="1">
            <a:spLocks noGrp="1"/>
          </p:cNvSpPr>
          <p:nvPr>
            <p:ph type="title"/>
          </p:nvPr>
        </p:nvSpPr>
        <p:spPr>
          <a:xfrm>
            <a:off x="609601" y="273050"/>
            <a:ext cx="4011084" cy="1162050"/>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01" name="Google Shape;121;p22"/>
          <p:cNvSpPr txBox="1">
            <a:spLocks noGrp="1"/>
          </p:cNvSpPr>
          <p:nvPr>
            <p:ph type="body" idx="1"/>
          </p:nvPr>
        </p:nvSpPr>
        <p:spPr>
          <a:xfrm>
            <a:off x="4766733" y="273051"/>
            <a:ext cx="6815667" cy="5853113"/>
          </a:xfrm>
          <a:prstGeom prst="rect">
            <a:avLst/>
          </a:prstGeom>
          <a:noFill/>
          <a:ln>
            <a:noFill/>
          </a:ln>
        </p:spPr>
        <p:txBody>
          <a:bodyPr spcFirstLastPara="1" wrap="square" lIns="91425" tIns="45700" rIns="91425" bIns="45700" anchor="t" anchorCtr="0">
            <a:noAutofit/>
          </a:bodyPr>
          <a:lstStyle>
            <a:lvl1pPr marL="457200" lvl="0" indent="-431800" algn="l">
              <a:lnSpc>
                <a:spcPct val="83000"/>
              </a:lnSpc>
              <a:spcBef>
                <a:spcPts val="1425"/>
              </a:spcBef>
              <a:spcAft>
                <a:spcPts val="0"/>
              </a:spcAft>
              <a:buSzPts val="3200"/>
              <a:buChar char="•"/>
              <a:defRPr sz="3200"/>
            </a:lvl1pPr>
            <a:lvl2pPr marL="914400" lvl="1" indent="-406400" algn="l">
              <a:lnSpc>
                <a:spcPct val="83000"/>
              </a:lnSpc>
              <a:spcBef>
                <a:spcPts val="1140"/>
              </a:spcBef>
              <a:spcAft>
                <a:spcPts val="0"/>
              </a:spcAft>
              <a:buSzPts val="2800"/>
              <a:buChar char="–"/>
              <a:defRPr sz="2800"/>
            </a:lvl2pPr>
            <a:lvl3pPr marL="1371600" lvl="2" indent="-381000" algn="l">
              <a:lnSpc>
                <a:spcPct val="83000"/>
              </a:lnSpc>
              <a:spcBef>
                <a:spcPts val="850"/>
              </a:spcBef>
              <a:spcAft>
                <a:spcPts val="0"/>
              </a:spcAft>
              <a:buSzPts val="2400"/>
              <a:buChar char="•"/>
              <a:defRPr sz="2400"/>
            </a:lvl3pPr>
            <a:lvl4pPr marL="1828800" lvl="3" indent="-355600" algn="l">
              <a:lnSpc>
                <a:spcPct val="83000"/>
              </a:lnSpc>
              <a:spcBef>
                <a:spcPts val="575"/>
              </a:spcBef>
              <a:spcAft>
                <a:spcPts val="0"/>
              </a:spcAft>
              <a:buSzPts val="2000"/>
              <a:buChar char="–"/>
              <a:defRPr sz="2000"/>
            </a:lvl4pPr>
            <a:lvl5pPr marL="2286000" lvl="4" indent="-355600" algn="l">
              <a:lnSpc>
                <a:spcPct val="83000"/>
              </a:lnSpc>
              <a:spcBef>
                <a:spcPts val="290"/>
              </a:spcBef>
              <a:spcAft>
                <a:spcPts val="0"/>
              </a:spcAft>
              <a:buSzPts val="2000"/>
              <a:buChar char="»"/>
              <a:defRPr sz="2000"/>
            </a:lvl5pPr>
            <a:lvl6pPr marL="2743200" lvl="5" indent="-228600" algn="l">
              <a:lnSpc>
                <a:spcPct val="83000"/>
              </a:lnSpc>
              <a:spcBef>
                <a:spcPts val="290"/>
              </a:spcBef>
              <a:spcAft>
                <a:spcPts val="0"/>
              </a:spcAft>
              <a:buSzPts val="1400"/>
              <a:buNone/>
              <a:defRPr sz="2000"/>
            </a:lvl6pPr>
            <a:lvl7pPr marL="3200400" lvl="6" indent="-228600" algn="l">
              <a:lnSpc>
                <a:spcPct val="83000"/>
              </a:lnSpc>
              <a:spcBef>
                <a:spcPts val="290"/>
              </a:spcBef>
              <a:spcAft>
                <a:spcPts val="0"/>
              </a:spcAft>
              <a:buSzPts val="1400"/>
              <a:buNone/>
              <a:defRPr sz="2000"/>
            </a:lvl7pPr>
            <a:lvl8pPr marL="3657600" lvl="7" indent="-228600" algn="l">
              <a:lnSpc>
                <a:spcPct val="83000"/>
              </a:lnSpc>
              <a:spcBef>
                <a:spcPts val="290"/>
              </a:spcBef>
              <a:spcAft>
                <a:spcPts val="0"/>
              </a:spcAft>
              <a:buSzPts val="1400"/>
              <a:buNone/>
              <a:defRPr sz="2000"/>
            </a:lvl8pPr>
            <a:lvl9pPr marL="4114800" lvl="8" indent="-228600" algn="l">
              <a:lnSpc>
                <a:spcPct val="83000"/>
              </a:lnSpc>
              <a:spcBef>
                <a:spcPts val="290"/>
              </a:spcBef>
              <a:spcAft>
                <a:spcPts val="0"/>
              </a:spcAft>
              <a:buSzPts val="1400"/>
              <a:buNone/>
              <a:defRPr sz="2000"/>
            </a:lvl9pPr>
          </a:lstStyle>
          <a:p>
            <a:endParaRPr/>
          </a:p>
        </p:txBody>
      </p:sp>
      <p:sp>
        <p:nvSpPr>
          <p:cNvPr id="1048702" name="Google Shape;122;p22"/>
          <p:cNvSpPr txBox="1">
            <a:spLocks noGrp="1"/>
          </p:cNvSpPr>
          <p:nvPr>
            <p:ph type="body" idx="2"/>
          </p:nvPr>
        </p:nvSpPr>
        <p:spPr>
          <a:xfrm>
            <a:off x="609601" y="1435101"/>
            <a:ext cx="4011084" cy="4691063"/>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048703" name="Google Shape;123;p22"/>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04" name="Google Shape;124;p22"/>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25"/>
        <p:cNvGrpSpPr/>
        <p:nvPr/>
      </p:nvGrpSpPr>
      <p:grpSpPr>
        <a:xfrm>
          <a:off x="0" y="0"/>
          <a:ext cx="0" cy="0"/>
          <a:chOff x="0" y="0"/>
          <a:chExt cx="0" cy="0"/>
        </a:xfrm>
      </p:grpSpPr>
      <p:sp>
        <p:nvSpPr>
          <p:cNvPr id="1048705" name="Google Shape;126;p23"/>
          <p:cNvSpPr txBox="1">
            <a:spLocks noGrp="1"/>
          </p:cNvSpPr>
          <p:nvPr>
            <p:ph type="title"/>
          </p:nvPr>
        </p:nvSpPr>
        <p:spPr>
          <a:xfrm>
            <a:off x="2389717" y="4800600"/>
            <a:ext cx="7315200" cy="566738"/>
          </a:xfrm>
          <a:prstGeom prst="rect">
            <a:avLst/>
          </a:prstGeom>
          <a:noFill/>
          <a:ln>
            <a:noFill/>
          </a:ln>
        </p:spPr>
        <p:txBody>
          <a:bodyPr spcFirstLastPara="1" wrap="square" lIns="91425" tIns="45700" rIns="91425" bIns="45700" anchor="b" anchorCtr="0">
            <a:noAutofit/>
          </a:bodyPr>
          <a:lstStyle>
            <a:lvl1pPr lvl="0" algn="l">
              <a:lnSpc>
                <a:spcPct val="83000"/>
              </a:lnSpc>
              <a:spcBef>
                <a:spcPts val="0"/>
              </a:spcBef>
              <a:spcAft>
                <a:spcPts val="0"/>
              </a:spcAft>
              <a:buSzPts val="1400"/>
              <a:buNone/>
              <a:defRPr sz="2000" b="1"/>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06" name="Google Shape;127;p23"/>
          <p:cNvSpPr>
            <a:spLocks noGrp="1"/>
          </p:cNvSpPr>
          <p:nvPr>
            <p:ph type="pic" idx="2"/>
          </p:nvPr>
        </p:nvSpPr>
        <p:spPr>
          <a:xfrm>
            <a:off x="2389717" y="612775"/>
            <a:ext cx="7315200" cy="4114800"/>
          </a:xfrm>
          <a:prstGeom prst="rect">
            <a:avLst/>
          </a:prstGeom>
          <a:noFill/>
          <a:ln>
            <a:noFill/>
          </a:ln>
        </p:spPr>
      </p:sp>
      <p:sp>
        <p:nvSpPr>
          <p:cNvPr id="1048707" name="Google Shape;128;p23"/>
          <p:cNvSpPr txBox="1">
            <a:spLocks noGrp="1"/>
          </p:cNvSpPr>
          <p:nvPr>
            <p:ph type="body" idx="1"/>
          </p:nvPr>
        </p:nvSpPr>
        <p:spPr>
          <a:xfrm>
            <a:off x="2389717" y="5367338"/>
            <a:ext cx="7315200" cy="804862"/>
          </a:xfrm>
          <a:prstGeom prst="rect">
            <a:avLst/>
          </a:prstGeom>
          <a:noFill/>
          <a:ln>
            <a:noFill/>
          </a:ln>
        </p:spPr>
        <p:txBody>
          <a:bodyPr spcFirstLastPara="1" wrap="square" lIns="91425" tIns="45700" rIns="91425" bIns="45700" anchor="t" anchorCtr="0">
            <a:noAutofit/>
          </a:bodyPr>
          <a:lstStyle>
            <a:lvl1pPr marL="457200" lvl="0" indent="-228600" algn="l">
              <a:lnSpc>
                <a:spcPct val="83000"/>
              </a:lnSpc>
              <a:spcBef>
                <a:spcPts val="1425"/>
              </a:spcBef>
              <a:spcAft>
                <a:spcPts val="0"/>
              </a:spcAft>
              <a:buSzPts val="1400"/>
              <a:buNone/>
              <a:defRPr sz="1400"/>
            </a:lvl1pPr>
            <a:lvl2pPr marL="914400" lvl="1" indent="-228600" algn="l">
              <a:lnSpc>
                <a:spcPct val="83000"/>
              </a:lnSpc>
              <a:spcBef>
                <a:spcPts val="1140"/>
              </a:spcBef>
              <a:spcAft>
                <a:spcPts val="0"/>
              </a:spcAft>
              <a:buSzPts val="1200"/>
              <a:buNone/>
              <a:defRPr sz="1200"/>
            </a:lvl2pPr>
            <a:lvl3pPr marL="1371600" lvl="2" indent="-228600" algn="l">
              <a:lnSpc>
                <a:spcPct val="83000"/>
              </a:lnSpc>
              <a:spcBef>
                <a:spcPts val="850"/>
              </a:spcBef>
              <a:spcAft>
                <a:spcPts val="0"/>
              </a:spcAft>
              <a:buSzPts val="1000"/>
              <a:buNone/>
              <a:defRPr sz="1000"/>
            </a:lvl3pPr>
            <a:lvl4pPr marL="1828800" lvl="3" indent="-228600" algn="l">
              <a:lnSpc>
                <a:spcPct val="83000"/>
              </a:lnSpc>
              <a:spcBef>
                <a:spcPts val="575"/>
              </a:spcBef>
              <a:spcAft>
                <a:spcPts val="0"/>
              </a:spcAft>
              <a:buSzPts val="900"/>
              <a:buNone/>
              <a:defRPr sz="900"/>
            </a:lvl4pPr>
            <a:lvl5pPr marL="2286000" lvl="4" indent="-228600" algn="l">
              <a:lnSpc>
                <a:spcPct val="83000"/>
              </a:lnSpc>
              <a:spcBef>
                <a:spcPts val="290"/>
              </a:spcBef>
              <a:spcAft>
                <a:spcPts val="0"/>
              </a:spcAft>
              <a:buSzPts val="900"/>
              <a:buNone/>
              <a:defRPr sz="900"/>
            </a:lvl5pPr>
            <a:lvl6pPr marL="2743200" lvl="5" indent="-228600" algn="l">
              <a:lnSpc>
                <a:spcPct val="83000"/>
              </a:lnSpc>
              <a:spcBef>
                <a:spcPts val="290"/>
              </a:spcBef>
              <a:spcAft>
                <a:spcPts val="0"/>
              </a:spcAft>
              <a:buSzPts val="900"/>
              <a:buNone/>
              <a:defRPr sz="900"/>
            </a:lvl6pPr>
            <a:lvl7pPr marL="3200400" lvl="6" indent="-228600" algn="l">
              <a:lnSpc>
                <a:spcPct val="83000"/>
              </a:lnSpc>
              <a:spcBef>
                <a:spcPts val="290"/>
              </a:spcBef>
              <a:spcAft>
                <a:spcPts val="0"/>
              </a:spcAft>
              <a:buSzPts val="900"/>
              <a:buNone/>
              <a:defRPr sz="900"/>
            </a:lvl7pPr>
            <a:lvl8pPr marL="3657600" lvl="7" indent="-228600" algn="l">
              <a:lnSpc>
                <a:spcPct val="83000"/>
              </a:lnSpc>
              <a:spcBef>
                <a:spcPts val="290"/>
              </a:spcBef>
              <a:spcAft>
                <a:spcPts val="0"/>
              </a:spcAft>
              <a:buSzPts val="900"/>
              <a:buNone/>
              <a:defRPr sz="900"/>
            </a:lvl8pPr>
            <a:lvl9pPr marL="4114800" lvl="8" indent="-228600" algn="l">
              <a:lnSpc>
                <a:spcPct val="83000"/>
              </a:lnSpc>
              <a:spcBef>
                <a:spcPts val="290"/>
              </a:spcBef>
              <a:spcAft>
                <a:spcPts val="0"/>
              </a:spcAft>
              <a:buSzPts val="900"/>
              <a:buNone/>
              <a:defRPr sz="900"/>
            </a:lvl9pPr>
          </a:lstStyle>
          <a:p>
            <a:endParaRPr/>
          </a:p>
        </p:txBody>
      </p:sp>
      <p:sp>
        <p:nvSpPr>
          <p:cNvPr id="1048708" name="Google Shape;129;p23"/>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09" name="Google Shape;130;p23"/>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31"/>
        <p:cNvGrpSpPr/>
        <p:nvPr/>
      </p:nvGrpSpPr>
      <p:grpSpPr>
        <a:xfrm>
          <a:off x="0" y="0"/>
          <a:ext cx="0" cy="0"/>
          <a:chOff x="0" y="0"/>
          <a:chExt cx="0" cy="0"/>
        </a:xfrm>
      </p:grpSpPr>
      <p:sp>
        <p:nvSpPr>
          <p:cNvPr id="1048710" name="Google Shape;132;p24"/>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711" name="Google Shape;133;p24"/>
          <p:cNvSpPr txBox="1">
            <a:spLocks noGrp="1"/>
          </p:cNvSpPr>
          <p:nvPr>
            <p:ph type="body" idx="1"/>
          </p:nvPr>
        </p:nvSpPr>
        <p:spPr>
          <a:xfrm rot="5400000">
            <a:off x="3833019" y="-1623219"/>
            <a:ext cx="4524375" cy="10971213"/>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lvl1pPr>
            <a:lvl2pPr marL="914400" lvl="1" indent="-342900" algn="l">
              <a:lnSpc>
                <a:spcPct val="83000"/>
              </a:lnSpc>
              <a:spcBef>
                <a:spcPts val="1140"/>
              </a:spcBef>
              <a:spcAft>
                <a:spcPts val="0"/>
              </a:spcAft>
              <a:buSzPts val="1800"/>
              <a:buChar char="–"/>
            </a:lvl2pPr>
            <a:lvl3pPr marL="1371600" lvl="2" indent="-342900" algn="l">
              <a:lnSpc>
                <a:spcPct val="83000"/>
              </a:lnSpc>
              <a:spcBef>
                <a:spcPts val="850"/>
              </a:spcBef>
              <a:spcAft>
                <a:spcPts val="0"/>
              </a:spcAft>
              <a:buSzPts val="1800"/>
              <a:buChar char="•"/>
            </a:lvl3pPr>
            <a:lvl4pPr marL="1828800" lvl="3" indent="-342900" algn="l">
              <a:lnSpc>
                <a:spcPct val="83000"/>
              </a:lnSpc>
              <a:spcBef>
                <a:spcPts val="575"/>
              </a:spcBef>
              <a:spcAft>
                <a:spcPts val="0"/>
              </a:spcAft>
              <a:buSzPts val="1800"/>
              <a:buChar char="–"/>
            </a:lvl4pPr>
            <a:lvl5pPr marL="2286000" lvl="4" indent="-342900" algn="l">
              <a:lnSpc>
                <a:spcPct val="83000"/>
              </a:lnSpc>
              <a:spcBef>
                <a:spcPts val="290"/>
              </a:spcBef>
              <a:spcAft>
                <a:spcPts val="0"/>
              </a:spcAft>
              <a:buSzPts val="1800"/>
              <a:buChar char="»"/>
            </a:lvl5pPr>
            <a:lvl6pPr marL="2743200" lvl="5" indent="-228600" algn="l">
              <a:lnSpc>
                <a:spcPct val="83000"/>
              </a:lnSpc>
              <a:spcBef>
                <a:spcPts val="290"/>
              </a:spcBef>
              <a:spcAft>
                <a:spcPts val="0"/>
              </a:spcAft>
              <a:buSzPts val="1400"/>
              <a:buNone/>
            </a:lvl6pPr>
            <a:lvl7pPr marL="3200400" lvl="6" indent="-228600" algn="l">
              <a:lnSpc>
                <a:spcPct val="83000"/>
              </a:lnSpc>
              <a:spcBef>
                <a:spcPts val="290"/>
              </a:spcBef>
              <a:spcAft>
                <a:spcPts val="0"/>
              </a:spcAft>
              <a:buSzPts val="1400"/>
              <a:buNone/>
            </a:lvl7pPr>
            <a:lvl8pPr marL="3657600" lvl="7" indent="-228600" algn="l">
              <a:lnSpc>
                <a:spcPct val="83000"/>
              </a:lnSpc>
              <a:spcBef>
                <a:spcPts val="290"/>
              </a:spcBef>
              <a:spcAft>
                <a:spcPts val="0"/>
              </a:spcAft>
              <a:buSzPts val="1400"/>
              <a:buNone/>
            </a:lvl8pPr>
            <a:lvl9pPr marL="4114800" lvl="8" indent="-228600" algn="l">
              <a:lnSpc>
                <a:spcPct val="83000"/>
              </a:lnSpc>
              <a:spcBef>
                <a:spcPts val="290"/>
              </a:spcBef>
              <a:spcAft>
                <a:spcPts val="0"/>
              </a:spcAft>
              <a:buSzPts val="1400"/>
              <a:buNone/>
            </a:lvl9pPr>
          </a:lstStyle>
          <a:p>
            <a:endParaRPr/>
          </a:p>
        </p:txBody>
      </p:sp>
      <p:sp>
        <p:nvSpPr>
          <p:cNvPr id="1048712" name="Google Shape;134;p2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713" name="Google Shape;135;p2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36"/>
        <p:cNvGrpSpPr/>
        <p:nvPr/>
      </p:nvGrpSpPr>
      <p:grpSpPr>
        <a:xfrm>
          <a:off x="0" y="0"/>
          <a:ext cx="0" cy="0"/>
          <a:chOff x="0" y="0"/>
          <a:chExt cx="0" cy="0"/>
        </a:xfrm>
      </p:grpSpPr>
      <p:sp>
        <p:nvSpPr>
          <p:cNvPr id="1048696" name="Google Shape;137;p25"/>
          <p:cNvSpPr txBox="1">
            <a:spLocks noGrp="1"/>
          </p:cNvSpPr>
          <p:nvPr>
            <p:ph type="title"/>
          </p:nvPr>
        </p:nvSpPr>
        <p:spPr>
          <a:xfrm rot="5400000">
            <a:off x="7284774" y="1829066"/>
            <a:ext cx="5849937" cy="2741084"/>
          </a:xfrm>
          <a:prstGeom prst="rect">
            <a:avLst/>
          </a:prstGeom>
          <a:noFill/>
          <a:ln>
            <a:noFill/>
          </a:ln>
        </p:spPr>
        <p:txBody>
          <a:bodyPr spcFirstLastPara="1" wrap="square" lIns="91425" tIns="45700" rIns="91425" bIns="45700" anchor="ctr" anchorCtr="0">
            <a:noAutofit/>
          </a:bodyPr>
          <a:lstStyle>
            <a:lvl1pPr lvl="0" algn="l">
              <a:lnSpc>
                <a:spcPct val="83000"/>
              </a:lnSpc>
              <a:spcBef>
                <a:spcPts val="0"/>
              </a:spcBef>
              <a:spcAft>
                <a:spcPts val="0"/>
              </a:spcAft>
              <a:buSzPts val="1400"/>
              <a:buNone/>
            </a:lvl1pPr>
            <a:lvl2pPr lvl="1" algn="l">
              <a:lnSpc>
                <a:spcPct val="83000"/>
              </a:lnSpc>
              <a:spcBef>
                <a:spcPts val="0"/>
              </a:spcBef>
              <a:spcAft>
                <a:spcPts val="0"/>
              </a:spcAft>
              <a:buSzPts val="1400"/>
              <a:buNone/>
            </a:lvl2pPr>
            <a:lvl3pPr lvl="2" algn="l">
              <a:lnSpc>
                <a:spcPct val="83000"/>
              </a:lnSpc>
              <a:spcBef>
                <a:spcPts val="0"/>
              </a:spcBef>
              <a:spcAft>
                <a:spcPts val="0"/>
              </a:spcAft>
              <a:buSzPts val="1400"/>
              <a:buNone/>
            </a:lvl3pPr>
            <a:lvl4pPr lvl="3" algn="l">
              <a:lnSpc>
                <a:spcPct val="83000"/>
              </a:lnSpc>
              <a:spcBef>
                <a:spcPts val="0"/>
              </a:spcBef>
              <a:spcAft>
                <a:spcPts val="0"/>
              </a:spcAft>
              <a:buSzPts val="1400"/>
              <a:buNone/>
            </a:lvl4pPr>
            <a:lvl5pPr lvl="4" algn="l">
              <a:lnSpc>
                <a:spcPct val="83000"/>
              </a:lnSpc>
              <a:spcBef>
                <a:spcPts val="0"/>
              </a:spcBef>
              <a:spcAft>
                <a:spcPts val="0"/>
              </a:spcAft>
              <a:buSzPts val="1400"/>
              <a:buNone/>
            </a:lvl5pPr>
            <a:lvl6pPr lvl="5" algn="l">
              <a:lnSpc>
                <a:spcPct val="83000"/>
              </a:lnSpc>
              <a:spcBef>
                <a:spcPts val="0"/>
              </a:spcBef>
              <a:spcAft>
                <a:spcPts val="0"/>
              </a:spcAft>
              <a:buSzPts val="1400"/>
              <a:buNone/>
            </a:lvl6pPr>
            <a:lvl7pPr lvl="6" algn="l">
              <a:lnSpc>
                <a:spcPct val="83000"/>
              </a:lnSpc>
              <a:spcBef>
                <a:spcPts val="0"/>
              </a:spcBef>
              <a:spcAft>
                <a:spcPts val="0"/>
              </a:spcAft>
              <a:buSzPts val="1400"/>
              <a:buNone/>
            </a:lvl7pPr>
            <a:lvl8pPr lvl="7" algn="l">
              <a:lnSpc>
                <a:spcPct val="83000"/>
              </a:lnSpc>
              <a:spcBef>
                <a:spcPts val="0"/>
              </a:spcBef>
              <a:spcAft>
                <a:spcPts val="0"/>
              </a:spcAft>
              <a:buSzPts val="1400"/>
              <a:buNone/>
            </a:lvl8pPr>
            <a:lvl9pPr lvl="8" algn="l">
              <a:lnSpc>
                <a:spcPct val="83000"/>
              </a:lnSpc>
              <a:spcBef>
                <a:spcPts val="0"/>
              </a:spcBef>
              <a:spcAft>
                <a:spcPts val="0"/>
              </a:spcAft>
              <a:buSzPts val="1400"/>
              <a:buNone/>
            </a:lvl9pPr>
          </a:lstStyle>
          <a:p>
            <a:endParaRPr/>
          </a:p>
        </p:txBody>
      </p:sp>
      <p:sp>
        <p:nvSpPr>
          <p:cNvPr id="1048697" name="Google Shape;138;p25"/>
          <p:cNvSpPr txBox="1">
            <a:spLocks noGrp="1"/>
          </p:cNvSpPr>
          <p:nvPr>
            <p:ph type="body" idx="1"/>
          </p:nvPr>
        </p:nvSpPr>
        <p:spPr>
          <a:xfrm rot="5400000">
            <a:off x="1697831" y="-813592"/>
            <a:ext cx="5849937" cy="8026400"/>
          </a:xfrm>
          <a:prstGeom prst="rect">
            <a:avLst/>
          </a:prstGeom>
          <a:noFill/>
          <a:ln>
            <a:noFill/>
          </a:ln>
        </p:spPr>
        <p:txBody>
          <a:bodyPr spcFirstLastPara="1" wrap="square" lIns="91425" tIns="45700" rIns="91425" bIns="45700" anchor="t" anchorCtr="0">
            <a:noAutofit/>
          </a:bodyPr>
          <a:lstStyle>
            <a:lvl1pPr marL="457200" lvl="0" indent="-342900" algn="l">
              <a:lnSpc>
                <a:spcPct val="83000"/>
              </a:lnSpc>
              <a:spcBef>
                <a:spcPts val="1425"/>
              </a:spcBef>
              <a:spcAft>
                <a:spcPts val="0"/>
              </a:spcAft>
              <a:buSzPts val="1800"/>
              <a:buChar char="•"/>
            </a:lvl1pPr>
            <a:lvl2pPr marL="914400" lvl="1" indent="-342900" algn="l">
              <a:lnSpc>
                <a:spcPct val="83000"/>
              </a:lnSpc>
              <a:spcBef>
                <a:spcPts val="1140"/>
              </a:spcBef>
              <a:spcAft>
                <a:spcPts val="0"/>
              </a:spcAft>
              <a:buSzPts val="1800"/>
              <a:buChar char="–"/>
            </a:lvl2pPr>
            <a:lvl3pPr marL="1371600" lvl="2" indent="-342900" algn="l">
              <a:lnSpc>
                <a:spcPct val="83000"/>
              </a:lnSpc>
              <a:spcBef>
                <a:spcPts val="850"/>
              </a:spcBef>
              <a:spcAft>
                <a:spcPts val="0"/>
              </a:spcAft>
              <a:buSzPts val="1800"/>
              <a:buChar char="•"/>
            </a:lvl3pPr>
            <a:lvl4pPr marL="1828800" lvl="3" indent="-342900" algn="l">
              <a:lnSpc>
                <a:spcPct val="83000"/>
              </a:lnSpc>
              <a:spcBef>
                <a:spcPts val="575"/>
              </a:spcBef>
              <a:spcAft>
                <a:spcPts val="0"/>
              </a:spcAft>
              <a:buSzPts val="1800"/>
              <a:buChar char="–"/>
            </a:lvl4pPr>
            <a:lvl5pPr marL="2286000" lvl="4" indent="-342900" algn="l">
              <a:lnSpc>
                <a:spcPct val="83000"/>
              </a:lnSpc>
              <a:spcBef>
                <a:spcPts val="290"/>
              </a:spcBef>
              <a:spcAft>
                <a:spcPts val="0"/>
              </a:spcAft>
              <a:buSzPts val="1800"/>
              <a:buChar char="»"/>
            </a:lvl5pPr>
            <a:lvl6pPr marL="2743200" lvl="5" indent="-228600" algn="l">
              <a:lnSpc>
                <a:spcPct val="83000"/>
              </a:lnSpc>
              <a:spcBef>
                <a:spcPts val="290"/>
              </a:spcBef>
              <a:spcAft>
                <a:spcPts val="0"/>
              </a:spcAft>
              <a:buSzPts val="1400"/>
              <a:buNone/>
            </a:lvl6pPr>
            <a:lvl7pPr marL="3200400" lvl="6" indent="-228600" algn="l">
              <a:lnSpc>
                <a:spcPct val="83000"/>
              </a:lnSpc>
              <a:spcBef>
                <a:spcPts val="290"/>
              </a:spcBef>
              <a:spcAft>
                <a:spcPts val="0"/>
              </a:spcAft>
              <a:buSzPts val="1400"/>
              <a:buNone/>
            </a:lvl7pPr>
            <a:lvl8pPr marL="3657600" lvl="7" indent="-228600" algn="l">
              <a:lnSpc>
                <a:spcPct val="83000"/>
              </a:lnSpc>
              <a:spcBef>
                <a:spcPts val="290"/>
              </a:spcBef>
              <a:spcAft>
                <a:spcPts val="0"/>
              </a:spcAft>
              <a:buSzPts val="1400"/>
              <a:buNone/>
            </a:lvl8pPr>
            <a:lvl9pPr marL="4114800" lvl="8" indent="-228600" algn="l">
              <a:lnSpc>
                <a:spcPct val="83000"/>
              </a:lnSpc>
              <a:spcBef>
                <a:spcPts val="290"/>
              </a:spcBef>
              <a:spcAft>
                <a:spcPts val="0"/>
              </a:spcAft>
              <a:buSzPts val="1400"/>
              <a:buNone/>
            </a:lvl9pPr>
          </a:lstStyle>
          <a:p>
            <a:endParaRPr/>
          </a:p>
        </p:txBody>
      </p:sp>
      <p:sp>
        <p:nvSpPr>
          <p:cNvPr id="1048698" name="Google Shape;139;p25"/>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200"/>
              <a:buNone/>
            </a:lvl1pPr>
            <a:lvl2pPr lvl="1" algn="l">
              <a:spcBef>
                <a:spcPts val="0"/>
              </a:spcBef>
              <a:spcAft>
                <a:spcPts val="0"/>
              </a:spcAft>
              <a:buSzPts val="1400"/>
              <a:buNone/>
            </a:lvl2pPr>
            <a:lvl3pPr lvl="2" algn="l">
              <a:spcBef>
                <a:spcPts val="0"/>
              </a:spcBef>
              <a:spcAft>
                <a:spcPts val="0"/>
              </a:spcAft>
              <a:buSzPts val="1400"/>
              <a:buNone/>
            </a:lvl3pPr>
            <a:lvl4pPr lvl="3" algn="l">
              <a:spcBef>
                <a:spcPts val="0"/>
              </a:spcBef>
              <a:spcAft>
                <a:spcPts val="0"/>
              </a:spcAft>
              <a:buSzPts val="1400"/>
              <a:buNone/>
            </a:lvl4pPr>
            <a:lvl5pPr lvl="4" algn="l">
              <a:spcBef>
                <a:spcPts val="0"/>
              </a:spcBef>
              <a:spcAft>
                <a:spcPts val="0"/>
              </a:spcAft>
              <a:buSzPts val="1400"/>
              <a:buNone/>
            </a:lvl5pPr>
            <a:lvl6pPr lvl="5" algn="l">
              <a:spcBef>
                <a:spcPts val="0"/>
              </a:spcBef>
              <a:spcAft>
                <a:spcPts val="0"/>
              </a:spcAft>
              <a:buSzPts val="1400"/>
              <a:buNone/>
            </a:lvl6pPr>
            <a:lvl7pPr lvl="6" algn="l">
              <a:spcBef>
                <a:spcPts val="0"/>
              </a:spcBef>
              <a:spcAft>
                <a:spcPts val="0"/>
              </a:spcAft>
              <a:buSzPts val="1400"/>
              <a:buNone/>
            </a:lvl7pPr>
            <a:lvl8pPr lvl="7" algn="l">
              <a:spcBef>
                <a:spcPts val="0"/>
              </a:spcBef>
              <a:spcAft>
                <a:spcPts val="0"/>
              </a:spcAft>
              <a:buSzPts val="1400"/>
              <a:buNone/>
            </a:lvl8pPr>
            <a:lvl9pPr lvl="8" algn="l">
              <a:spcBef>
                <a:spcPts val="0"/>
              </a:spcBef>
              <a:spcAft>
                <a:spcPts val="0"/>
              </a:spcAft>
              <a:buSzPts val="1400"/>
              <a:buNone/>
            </a:lvl9pPr>
          </a:lstStyle>
          <a:p>
            <a:r>
              <a:rPr lang="en-US"/>
              <a:t>2/6/2025</a:t>
            </a:r>
          </a:p>
        </p:txBody>
      </p:sp>
      <p:sp>
        <p:nvSpPr>
          <p:cNvPr id="1048699" name="Google Shape;140;p25"/>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lvl="1"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lvl="2"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lvl="3"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lvl="4"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lvl="5"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lvl="6"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lvl="7"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lvl="8" indent="0" algn="r">
              <a:spcBef>
                <a:spcPts val="0"/>
              </a:spcBef>
              <a:spcAft>
                <a:spcPts val="0"/>
              </a:spcAft>
              <a:buSzPts val="1200"/>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48576" name="Google Shape;10;p1"/>
          <p:cNvSpPr txBox="1">
            <a:spLocks noGrp="1"/>
          </p:cNvSpPr>
          <p:nvPr>
            <p:ph type="title"/>
          </p:nvPr>
        </p:nvSpPr>
        <p:spPr>
          <a:xfrm>
            <a:off x="914400" y="2130425"/>
            <a:ext cx="10361613" cy="1468438"/>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48577" name="Google Shape;11;p1"/>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r>
              <a:rPr lang="en-US"/>
              <a:t>2/6/2025</a:t>
            </a:r>
          </a:p>
        </p:txBody>
      </p:sp>
      <p:sp>
        <p:nvSpPr>
          <p:cNvPr id="1048578" name="Google Shape;12;p1"/>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panose="020206030504050203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579" name="Google Shape;13;p1"/>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
        <p:nvSpPr>
          <p:cNvPr id="1048580" name="Google Shape;14;p1"/>
          <p:cNvSpPr txBox="1">
            <a:spLocks noGrp="1"/>
          </p:cNvSpPr>
          <p:nvPr>
            <p:ph type="body" idx="1"/>
          </p:nvPr>
        </p:nvSpPr>
        <p:spPr>
          <a:xfrm>
            <a:off x="609600" y="1604963"/>
            <a:ext cx="10971213" cy="3975100"/>
          </a:xfrm>
          <a:prstGeom prst="rect">
            <a:avLst/>
          </a:prstGeom>
          <a:noFill/>
          <a:ln>
            <a:noFill/>
          </a:ln>
        </p:spPr>
        <p:txBody>
          <a:bodyPr spcFirstLastPara="1" wrap="square" lIns="0" tIns="69075" rIns="0" bIns="0" anchor="t" anchorCtr="0">
            <a:noAutofit/>
          </a:bodyPr>
          <a:lstStyle>
            <a:lvl1pPr marL="457200" marR="0" lvl="0" indent="-431800" algn="l" rtl="0">
              <a:lnSpc>
                <a:spcPct val="83000"/>
              </a:lnSpc>
              <a:spcBef>
                <a:spcPts val="1425"/>
              </a:spcBef>
              <a:spcAft>
                <a:spcPts val="0"/>
              </a:spcAft>
              <a:buClr>
                <a:srgbClr val="000000"/>
              </a:buClr>
              <a:buSzPts val="3200"/>
              <a:buFont typeface="Times New Roman" panose="02020603050405020304"/>
              <a:buChar char="•"/>
              <a:defRPr sz="3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83000"/>
              </a:lnSpc>
              <a:spcBef>
                <a:spcPts val="1140"/>
              </a:spcBef>
              <a:spcAft>
                <a:spcPts val="0"/>
              </a:spcAft>
              <a:buClr>
                <a:srgbClr val="000000"/>
              </a:buClr>
              <a:buSzPts val="2400"/>
              <a:buFont typeface="Times New Roman" panose="02020603050405020304"/>
              <a:buChar char="–"/>
              <a:defRPr sz="2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83000"/>
              </a:lnSpc>
              <a:spcBef>
                <a:spcPts val="850"/>
              </a:spcBef>
              <a:spcAft>
                <a:spcPts val="0"/>
              </a:spcAft>
              <a:buClr>
                <a:srgbClr val="000000"/>
              </a:buClr>
              <a:buSzPts val="2000"/>
              <a:buFont typeface="Times New Roman" panose="02020603050405020304"/>
              <a:buChar char="•"/>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83000"/>
              </a:lnSpc>
              <a:spcBef>
                <a:spcPts val="575"/>
              </a:spcBef>
              <a:spcAft>
                <a:spcPts val="0"/>
              </a:spcAft>
              <a:buClr>
                <a:srgbClr val="000000"/>
              </a:buClr>
              <a:buSzPts val="2000"/>
              <a:buFont typeface="Times New Roman" panose="02020603050405020304"/>
              <a:buChar char="–"/>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83000"/>
              </a:lnSpc>
              <a:spcBef>
                <a:spcPts val="290"/>
              </a:spcBef>
              <a:spcAft>
                <a:spcPts val="0"/>
              </a:spcAft>
              <a:buClr>
                <a:srgbClr val="000000"/>
              </a:buClr>
              <a:buSzPts val="2000"/>
              <a:buFont typeface="Times New Roman" panose="02020603050405020304"/>
              <a:buChar char="»"/>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7"/>
        <p:cNvGrpSpPr/>
        <p:nvPr/>
      </p:nvGrpSpPr>
      <p:grpSpPr>
        <a:xfrm>
          <a:off x="0" y="0"/>
          <a:ext cx="0" cy="0"/>
          <a:chOff x="0" y="0"/>
          <a:chExt cx="0" cy="0"/>
        </a:xfrm>
      </p:grpSpPr>
      <p:sp>
        <p:nvSpPr>
          <p:cNvPr id="1048592" name="Google Shape;78;p14"/>
          <p:cNvSpPr txBox="1">
            <a:spLocks noGrp="1"/>
          </p:cNvSpPr>
          <p:nvPr>
            <p:ph type="title"/>
          </p:nvPr>
        </p:nvSpPr>
        <p:spPr>
          <a:xfrm>
            <a:off x="609600" y="274638"/>
            <a:ext cx="10971213" cy="1141412"/>
          </a:xfrm>
          <a:prstGeom prst="rect">
            <a:avLst/>
          </a:prstGeom>
          <a:noFill/>
          <a:ln>
            <a:noFill/>
          </a:ln>
        </p:spPr>
        <p:txBody>
          <a:bodyPr spcFirstLastPara="1" wrap="square" lIns="91425" tIns="45700" rIns="91425" bIns="45700" anchor="ctr" anchorCtr="0">
            <a:noAutofit/>
          </a:bodyPr>
          <a:lstStyle>
            <a:lvl1pPr marR="0" lvl="0"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R="0" lvl="1"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R="0" lvl="2"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R="0" lvl="3"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R="0" lvl="4" algn="l" rtl="0">
              <a:lnSpc>
                <a:spcPct val="83000"/>
              </a:lnSpc>
              <a:spcBef>
                <a:spcPts val="0"/>
              </a:spcBef>
              <a:spcAft>
                <a:spcPts val="0"/>
              </a:spcAft>
              <a:buSzPts val="1400"/>
              <a:buNone/>
              <a:defRPr sz="4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R="0" lvl="5"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R="0" lvl="6"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R="0" lvl="7"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R="0" lvl="8" algn="l" rtl="0">
              <a:lnSpc>
                <a:spcPct val="83000"/>
              </a:lnSpc>
              <a:spcBef>
                <a:spcPts val="0"/>
              </a:spcBef>
              <a:spcAft>
                <a:spcPts val="0"/>
              </a:spcAft>
              <a:buSzPts val="1400"/>
              <a:buNone/>
              <a:defRPr sz="18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48593" name="Google Shape;79;p14"/>
          <p:cNvSpPr txBox="1">
            <a:spLocks noGrp="1"/>
          </p:cNvSpPr>
          <p:nvPr>
            <p:ph type="body" idx="1"/>
          </p:nvPr>
        </p:nvSpPr>
        <p:spPr>
          <a:xfrm>
            <a:off x="609600" y="1600200"/>
            <a:ext cx="10971213" cy="4524375"/>
          </a:xfrm>
          <a:prstGeom prst="rect">
            <a:avLst/>
          </a:prstGeom>
          <a:noFill/>
          <a:ln>
            <a:noFill/>
          </a:ln>
        </p:spPr>
        <p:txBody>
          <a:bodyPr spcFirstLastPara="1" wrap="square" lIns="91425" tIns="45700" rIns="91425" bIns="45700" anchor="t" anchorCtr="0">
            <a:noAutofit/>
          </a:bodyPr>
          <a:lstStyle>
            <a:lvl1pPr marL="457200" marR="0" lvl="0" indent="-431800" algn="l" rtl="0">
              <a:lnSpc>
                <a:spcPct val="83000"/>
              </a:lnSpc>
              <a:spcBef>
                <a:spcPts val="1425"/>
              </a:spcBef>
              <a:spcAft>
                <a:spcPts val="0"/>
              </a:spcAft>
              <a:buClr>
                <a:srgbClr val="000000"/>
              </a:buClr>
              <a:buSzPts val="3200"/>
              <a:buFont typeface="Times New Roman" panose="02020603050405020304"/>
              <a:buChar char="•"/>
              <a:defRPr sz="32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1pPr>
            <a:lvl2pPr marL="914400" marR="0" lvl="1" indent="-381000" algn="l" rtl="0">
              <a:lnSpc>
                <a:spcPct val="83000"/>
              </a:lnSpc>
              <a:spcBef>
                <a:spcPts val="1140"/>
              </a:spcBef>
              <a:spcAft>
                <a:spcPts val="0"/>
              </a:spcAft>
              <a:buClr>
                <a:srgbClr val="000000"/>
              </a:buClr>
              <a:buSzPts val="2400"/>
              <a:buFont typeface="Times New Roman" panose="02020603050405020304"/>
              <a:buChar char="–"/>
              <a:defRPr sz="24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2pPr>
            <a:lvl3pPr marL="1371600" marR="0" lvl="2" indent="-355600" algn="l" rtl="0">
              <a:lnSpc>
                <a:spcPct val="83000"/>
              </a:lnSpc>
              <a:spcBef>
                <a:spcPts val="850"/>
              </a:spcBef>
              <a:spcAft>
                <a:spcPts val="0"/>
              </a:spcAft>
              <a:buClr>
                <a:srgbClr val="000000"/>
              </a:buClr>
              <a:buSzPts val="2000"/>
              <a:buFont typeface="Times New Roman" panose="02020603050405020304"/>
              <a:buChar char="•"/>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3pPr>
            <a:lvl4pPr marL="1828800" marR="0" lvl="3" indent="-355600" algn="l" rtl="0">
              <a:lnSpc>
                <a:spcPct val="83000"/>
              </a:lnSpc>
              <a:spcBef>
                <a:spcPts val="575"/>
              </a:spcBef>
              <a:spcAft>
                <a:spcPts val="0"/>
              </a:spcAft>
              <a:buClr>
                <a:srgbClr val="000000"/>
              </a:buClr>
              <a:buSzPts val="2000"/>
              <a:buFont typeface="Times New Roman" panose="02020603050405020304"/>
              <a:buChar char="–"/>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4pPr>
            <a:lvl5pPr marL="2286000" marR="0" lvl="4" indent="-355600" algn="l" rtl="0">
              <a:lnSpc>
                <a:spcPct val="83000"/>
              </a:lnSpc>
              <a:spcBef>
                <a:spcPts val="290"/>
              </a:spcBef>
              <a:spcAft>
                <a:spcPts val="0"/>
              </a:spcAft>
              <a:buClr>
                <a:srgbClr val="000000"/>
              </a:buClr>
              <a:buSzPts val="2000"/>
              <a:buFont typeface="Times New Roman" panose="02020603050405020304"/>
              <a:buChar char="»"/>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5pPr>
            <a:lvl6pPr marL="2743200" marR="0" lvl="5"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6pPr>
            <a:lvl7pPr marL="3200400" marR="0" lvl="6"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7pPr>
            <a:lvl8pPr marL="3657600" marR="0" lvl="7"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8pPr>
            <a:lvl9pPr marL="4114800" marR="0" lvl="8" indent="-228600" algn="l" rtl="0">
              <a:lnSpc>
                <a:spcPct val="83000"/>
              </a:lnSpc>
              <a:spcBef>
                <a:spcPts val="290"/>
              </a:spcBef>
              <a:spcAft>
                <a:spcPts val="0"/>
              </a:spcAft>
              <a:buSzPts val="1400"/>
              <a:buNone/>
              <a:defRPr sz="2000" b="0" i="0" u="none" strike="noStrike" cap="none">
                <a:solidFill>
                  <a:srgbClr val="000000"/>
                </a:solidFill>
                <a:latin typeface="Calibri" panose="020F0502020204030204"/>
                <a:ea typeface="Calibri" panose="020F0502020204030204"/>
                <a:cs typeface="Calibri" panose="020F0502020204030204"/>
                <a:sym typeface="Calibri" panose="020F0502020204030204"/>
              </a:defRPr>
            </a:lvl9pPr>
          </a:lstStyle>
          <a:p>
            <a:endParaRPr/>
          </a:p>
        </p:txBody>
      </p:sp>
      <p:sp>
        <p:nvSpPr>
          <p:cNvPr id="1048594" name="Google Shape;80;p14"/>
          <p:cNvSpPr txBox="1">
            <a:spLocks noGrp="1"/>
          </p:cNvSpPr>
          <p:nvPr>
            <p:ph type="dt" idx="10"/>
          </p:nvPr>
        </p:nvSpPr>
        <p:spPr>
          <a:xfrm>
            <a:off x="609600" y="6356350"/>
            <a:ext cx="2843213" cy="363538"/>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R="0" lvl="1"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400"/>
              <a:buNone/>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a:r>
              <a:rPr lang="en-US"/>
              <a:t>2/6/2025</a:t>
            </a:r>
          </a:p>
        </p:txBody>
      </p:sp>
      <p:sp>
        <p:nvSpPr>
          <p:cNvPr id="1048595" name="Google Shape;81;p14"/>
          <p:cNvSpPr txBox="1"/>
          <p:nvPr/>
        </p:nvSpPr>
        <p:spPr>
          <a:xfrm>
            <a:off x="4165600" y="6356350"/>
            <a:ext cx="38608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panose="020206030504050203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sp>
        <p:nvSpPr>
          <p:cNvPr id="1048596" name="Google Shape;82;p14"/>
          <p:cNvSpPr txBox="1">
            <a:spLocks noGrp="1"/>
          </p:cNvSpPr>
          <p:nvPr>
            <p:ph type="sldNum" idx="12"/>
          </p:nvPr>
        </p:nvSpPr>
        <p:spPr>
          <a:xfrm>
            <a:off x="8737600" y="6356350"/>
            <a:ext cx="2843213" cy="363538"/>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1pPr>
            <a:lvl2pPr marL="0" marR="0" lvl="1"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2pPr>
            <a:lvl3pPr marL="0" marR="0" lvl="2"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3pPr>
            <a:lvl4pPr marL="0" marR="0" lvl="3"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4pPr>
            <a:lvl5pPr marL="0" marR="0" lvl="4"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5pPr>
            <a:lvl6pPr marL="0" marR="0" lvl="5"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6pPr>
            <a:lvl7pPr marL="0" marR="0" lvl="6"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7pPr>
            <a:lvl8pPr marL="0" marR="0" lvl="7"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8pPr>
            <a:lvl9pPr marL="0" marR="0" lvl="8" indent="0" algn="r" rtl="0">
              <a:spcBef>
                <a:spcPts val="0"/>
              </a:spcBef>
              <a:spcAft>
                <a:spcPts val="0"/>
              </a:spcAft>
              <a:buClr>
                <a:srgbClr val="000000"/>
              </a:buClr>
              <a:buSzPts val="1200"/>
              <a:buFont typeface="Times New Roman" panose="02020603050405020304"/>
              <a:buNone/>
              <a:defRPr sz="1200" b="0" i="0" u="none" strike="noStrike" cap="none">
                <a:solidFill>
                  <a:srgbClr val="8B8B8B"/>
                </a:solidFill>
                <a:latin typeface="Calibri" panose="020F0502020204030204"/>
                <a:ea typeface="Calibri" panose="020F0502020204030204"/>
                <a:cs typeface="Calibri" panose="020F0502020204030204"/>
                <a:sym typeface="Calibri" panose="020F0502020204030204"/>
              </a:defRPr>
            </a:lvl9pPr>
          </a:lstStyle>
          <a:p>
            <a:pPr marL="0" lvl="0" indent="0" algn="r" rtl="0">
              <a:spcBef>
                <a:spcPts val="0"/>
              </a:spcBef>
              <a:spcAft>
                <a:spcPts val="0"/>
              </a:spcAft>
              <a:buNone/>
            </a:pPr>
            <a:fld id="{00000000-1234-1234-1234-123412341234}" type="slidenum">
              <a:rPr lang="en-US"/>
              <a:t>‹#›</a:t>
            </a:fld>
            <a:endParaRPr lang="en-US"/>
          </a:p>
        </p:txBody>
      </p:sp>
    </p:spTree>
  </p:cSld>
  <p:clrMap bg1="lt1" tx1="dk1" bg2="dk2" tx2="lt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sldNum="0"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3.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3.xml"/><Relationship Id="rId4"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2.jpeg"/></Relationships>
</file>

<file path=ppt/slides/_rels/slide1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8.xml"/><Relationship Id="rId5" Type="http://schemas.openxmlformats.org/officeDocument/2006/relationships/image" Target="../media/image7.jpeg"/><Relationship Id="rId4" Type="http://schemas.openxmlformats.org/officeDocument/2006/relationships/image" Target="../media/image6.jpe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3.xml"/><Relationship Id="rId6" Type="http://schemas.openxmlformats.org/officeDocument/2006/relationships/hyperlink" Target="https://www.geeksforgeeks.org/" TargetMode="External"/><Relationship Id="rId5" Type="http://schemas.openxmlformats.org/officeDocument/2006/relationships/hyperlink" Target="https://www.who.int/ehealth" TargetMode="External"/><Relationship Id="rId4" Type="http://schemas.openxmlformats.org/officeDocument/2006/relationships/image" Target="../media/image2.jpe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048584" name="Google Shape;147;p26"/>
          <p:cNvSpPr/>
          <p:nvPr/>
        </p:nvSpPr>
        <p:spPr>
          <a:xfrm>
            <a:off x="1679575" y="-1684338"/>
            <a:ext cx="3543300" cy="3514726"/>
          </a:xfrm>
          <a:prstGeom prst="rect">
            <a:avLst/>
          </a:prstGeom>
          <a:noFill/>
          <a:ln>
            <a:noFill/>
          </a:ln>
        </p:spPr>
        <p:txBody>
          <a:bodyPr spcFirstLastPara="1" wrap="square" lIns="91425" tIns="45700" rIns="91425" bIns="45700" anchor="ctr" anchorCtr="0">
            <a:noAutofit/>
          </a:bodyPr>
          <a:lstStyle/>
          <a:p>
            <a:pPr marL="0" marR="0" lvl="0" indent="0" algn="l" rtl="0">
              <a:lnSpc>
                <a:spcPct val="93000"/>
              </a:lnSpc>
              <a:spcBef>
                <a:spcPts val="0"/>
              </a:spcBef>
              <a:spcAft>
                <a:spcPts val="0"/>
              </a:spcAft>
              <a:buClr>
                <a:srgbClr val="000000"/>
              </a:buClr>
              <a:buSzPts val="1800"/>
              <a:buFont typeface="Times New Roman" panose="02020603050405020304"/>
              <a:buNone/>
            </a:pPr>
            <a:endParaRPr sz="1800" b="0" i="0" u="none" strike="noStrike" cap="none">
              <a:solidFill>
                <a:schemeClr val="dk1"/>
              </a:solidFill>
              <a:latin typeface="Arial" panose="020B0604020202020204"/>
              <a:ea typeface="Arial" panose="020B0604020202020204"/>
              <a:cs typeface="Arial" panose="020B0604020202020204"/>
              <a:sym typeface="Arial" panose="020B0604020202020204"/>
            </a:endParaRPr>
          </a:p>
        </p:txBody>
      </p:sp>
      <p:pic>
        <p:nvPicPr>
          <p:cNvPr id="2097152" name="Google Shape;148;p26"/>
          <p:cNvPicPr preferRelativeResize="0"/>
          <p:nvPr/>
        </p:nvPicPr>
        <p:blipFill rotWithShape="1">
          <a:blip r:embed="rId3"/>
          <a:srcRect/>
          <a:stretch>
            <a:fillRect/>
          </a:stretch>
        </p:blipFill>
        <p:spPr>
          <a:xfrm>
            <a:off x="831850" y="300038"/>
            <a:ext cx="1066800" cy="1057275"/>
          </a:xfrm>
          <a:prstGeom prst="rect">
            <a:avLst/>
          </a:prstGeom>
          <a:noFill/>
          <a:ln>
            <a:noFill/>
          </a:ln>
        </p:spPr>
      </p:pic>
      <p:sp>
        <p:nvSpPr>
          <p:cNvPr id="1048585" name="Google Shape;149;p26"/>
          <p:cNvSpPr/>
          <p:nvPr/>
        </p:nvSpPr>
        <p:spPr>
          <a:xfrm>
            <a:off x="2029618" y="414338"/>
            <a:ext cx="8437563" cy="3014662"/>
          </a:xfrm>
          <a:prstGeom prst="rect">
            <a:avLst/>
          </a:prstGeom>
          <a:noFill/>
          <a:ln>
            <a:noFill/>
          </a:ln>
        </p:spPr>
        <p:txBody>
          <a:bodyPr spcFirstLastPara="1" wrap="square" lIns="90000" tIns="45000" rIns="90000" bIns="45000" anchor="t" anchorCtr="0">
            <a:noAutofit/>
          </a:bodyPr>
          <a:lstStyle/>
          <a:p>
            <a:pPr marL="0" marR="0" lvl="0" indent="0" algn="ctr" rtl="0">
              <a:lnSpc>
                <a:spcPct val="150000"/>
              </a:lnSpc>
              <a:spcBef>
                <a:spcPts val="0"/>
              </a:spcBef>
              <a:spcAft>
                <a:spcPts val="0"/>
              </a:spcAft>
              <a:buClr>
                <a:srgbClr val="000000"/>
              </a:buClr>
              <a:buSzPts val="2000"/>
              <a:buFont typeface="Times New Roman" panose="02020603050405020304"/>
              <a:buNone/>
            </a:pPr>
            <a:r>
              <a:rPr lang="en-US" sz="2000" b="1" i="0" u="none" strike="noStrike" cap="none" dirty="0">
                <a:solidFill>
                  <a:srgbClr val="0070C0"/>
                </a:solidFill>
                <a:latin typeface="Times New Roman" panose="02020603050405020304" pitchFamily="18" charset="0"/>
                <a:cs typeface="Times New Roman" panose="02020603050405020304" pitchFamily="18" charset="0"/>
                <a:sym typeface="Arial" panose="020B0604020202020204"/>
              </a:rPr>
              <a:t>K. RAMAKRISHNAN COLLEGE OF ENGINEERING</a:t>
            </a:r>
            <a:endParaRPr dirty="0">
              <a:solidFill>
                <a:srgbClr val="0070C0"/>
              </a:solidFill>
              <a:latin typeface="Times New Roman" panose="02020603050405020304" pitchFamily="18" charset="0"/>
              <a:cs typeface="Times New Roman" panose="02020603050405020304" pitchFamily="18" charset="0"/>
            </a:endParaRPr>
          </a:p>
          <a:p>
            <a:pPr marL="0" marR="0" lvl="0" indent="0" algn="ctr" rtl="0">
              <a:lnSpc>
                <a:spcPct val="150000"/>
              </a:lnSpc>
              <a:spcBef>
                <a:spcPts val="0"/>
              </a:spcBef>
              <a:spcAft>
                <a:spcPts val="0"/>
              </a:spcAft>
              <a:buClr>
                <a:srgbClr val="000000"/>
              </a:buClr>
              <a:buSzPts val="2000"/>
              <a:buFont typeface="Times New Roman" panose="02020603050405020304"/>
              <a:buNone/>
            </a:pPr>
            <a:r>
              <a:rPr lang="en-US" sz="2000" b="1" i="0" u="none" strike="noStrike" cap="none" dirty="0">
                <a:solidFill>
                  <a:srgbClr val="0070C0"/>
                </a:solidFill>
                <a:latin typeface="Times New Roman" panose="02020603050405020304" pitchFamily="18" charset="0"/>
                <a:cs typeface="Times New Roman" panose="02020603050405020304" pitchFamily="18" charset="0"/>
                <a:sym typeface="Arial" panose="020B0604020202020204"/>
              </a:rPr>
              <a:t>(AUTONOMOUS), SAMAYAPURAM – TRICHY</a:t>
            </a:r>
            <a:endParaRPr lang="en-GB" sz="2000" b="1" i="0" u="none" strike="noStrike" cap="none" dirty="0">
              <a:solidFill>
                <a:srgbClr val="0070C0"/>
              </a:solidFill>
              <a:latin typeface="Times New Roman" panose="02020603050405020304" pitchFamily="18" charset="0"/>
              <a:cs typeface="Times New Roman" panose="02020603050405020304" pitchFamily="18" charset="0"/>
              <a:sym typeface="Arial" panose="020B0604020202020204"/>
            </a:endParaRPr>
          </a:p>
          <a:p>
            <a:pPr marL="0" marR="0" lvl="0" indent="0" algn="ctr" rtl="0">
              <a:lnSpc>
                <a:spcPct val="150000"/>
              </a:lnSpc>
              <a:spcBef>
                <a:spcPts val="0"/>
              </a:spcBef>
              <a:spcAft>
                <a:spcPts val="0"/>
              </a:spcAft>
              <a:buClr>
                <a:srgbClr val="000000"/>
              </a:buClr>
              <a:buSzPts val="2000"/>
              <a:buFont typeface="Times New Roman" panose="02020603050405020304"/>
              <a:buNone/>
            </a:pPr>
            <a:r>
              <a:rPr lang="en-US" sz="2000" b="1" i="0" u="none" strike="noStrike" cap="none" dirty="0">
                <a:solidFill>
                  <a:srgbClr val="0070C0"/>
                </a:solidFill>
                <a:latin typeface="Times New Roman" panose="02020603050405020304" pitchFamily="18" charset="0"/>
                <a:cs typeface="Times New Roman" panose="02020603050405020304" pitchFamily="18" charset="0"/>
                <a:sym typeface="Arial" panose="020B0604020202020204"/>
              </a:rPr>
              <a:t>DEPARTMENT OF </a:t>
            </a:r>
            <a:r>
              <a:rPr lang="en-GB" sz="2000" b="1" dirty="0">
                <a:solidFill>
                  <a:srgbClr val="0070C0"/>
                </a:solidFill>
                <a:latin typeface="Times New Roman" panose="02020603050405020304" pitchFamily="18" charset="0"/>
                <a:cs typeface="Times New Roman" panose="02020603050405020304" pitchFamily="18" charset="0"/>
              </a:rPr>
              <a:t>ARTIFICIAL INTELLIGENCE AND DATA SCIENCE</a:t>
            </a:r>
            <a:r>
              <a:rPr lang="en-US" altLang="en-GB" sz="2000" b="1" dirty="0">
                <a:solidFill>
                  <a:srgbClr val="0070C0"/>
                </a:solidFill>
                <a:latin typeface="Times New Roman" panose="02020603050405020304" pitchFamily="18" charset="0"/>
                <a:cs typeface="Times New Roman" panose="02020603050405020304" pitchFamily="18" charset="0"/>
              </a:rPr>
              <a:t> </a:t>
            </a:r>
          </a:p>
          <a:p>
            <a:pPr marL="0" marR="0" lvl="0" indent="0" algn="ctr" rtl="0">
              <a:lnSpc>
                <a:spcPct val="150000"/>
              </a:lnSpc>
              <a:spcBef>
                <a:spcPts val="0"/>
              </a:spcBef>
              <a:spcAft>
                <a:spcPts val="0"/>
              </a:spcAft>
              <a:buClr>
                <a:srgbClr val="000000"/>
              </a:buClr>
              <a:buSzPts val="2000"/>
              <a:buFont typeface="Times New Roman" panose="02020603050405020304"/>
              <a:buNone/>
            </a:pPr>
            <a:r>
              <a:rPr lang="en-US" altLang="en-GB" sz="2000" b="1" i="0" u="none" strike="noStrike" cap="none" dirty="0">
                <a:solidFill>
                  <a:srgbClr val="0070C0"/>
                </a:solidFill>
                <a:latin typeface="Times New Roman" panose="02020603050405020304" pitchFamily="18" charset="0"/>
                <a:cs typeface="Times New Roman" panose="02020603050405020304" pitchFamily="18" charset="0"/>
                <a:sym typeface="Arial" panose="020B0604020202020204"/>
              </a:rPr>
              <a:t>CGB1201 - JAVA PROGRAMMING</a:t>
            </a:r>
          </a:p>
          <a:p>
            <a:pPr marL="0" marR="0" lvl="0" indent="0" algn="ctr" rtl="0">
              <a:lnSpc>
                <a:spcPct val="150000"/>
              </a:lnSpc>
              <a:spcBef>
                <a:spcPts val="0"/>
              </a:spcBef>
              <a:spcAft>
                <a:spcPts val="0"/>
              </a:spcAft>
              <a:buClr>
                <a:srgbClr val="000000"/>
              </a:buClr>
              <a:buSzPts val="2000"/>
              <a:buFont typeface="Times New Roman" panose="02020603050405020304"/>
              <a:buNone/>
            </a:pPr>
            <a:endParaRPr dirty="0">
              <a:solidFill>
                <a:srgbClr val="0070C0"/>
              </a:solidFill>
              <a:latin typeface="Times New Roman" panose="02020603050405020304" pitchFamily="18" charset="0"/>
              <a:cs typeface="Times New Roman" panose="02020603050405020304" pitchFamily="18" charset="0"/>
            </a:endParaRPr>
          </a:p>
          <a:p>
            <a:pPr marL="0" marR="0" lvl="0" indent="0" algn="ctr" rtl="0">
              <a:spcBef>
                <a:spcPts val="0"/>
              </a:spcBef>
              <a:spcAft>
                <a:spcPts val="0"/>
              </a:spcAft>
              <a:buClr>
                <a:srgbClr val="000000"/>
              </a:buClr>
              <a:buSzPts val="2000"/>
              <a:buFont typeface="Times New Roman" panose="02020603050405020304"/>
              <a:buNone/>
            </a:pPr>
            <a:endParaRPr sz="2000" b="1" i="0" u="none" strike="noStrike" cap="none" dirty="0">
              <a:solidFill>
                <a:srgbClr val="FF0066"/>
              </a:solidFill>
              <a:latin typeface="Times New Roman" panose="02020603050405020304" pitchFamily="18" charset="0"/>
              <a:cs typeface="Times New Roman" panose="02020603050405020304" pitchFamily="18" charset="0"/>
              <a:sym typeface="Arial" panose="020B0604020202020204"/>
            </a:endParaRPr>
          </a:p>
          <a:p>
            <a:pPr marL="0" marR="0" lvl="0" indent="0" algn="ctr" rtl="0">
              <a:spcBef>
                <a:spcPts val="0"/>
              </a:spcBef>
              <a:spcAft>
                <a:spcPts val="0"/>
              </a:spcAft>
              <a:buClr>
                <a:srgbClr val="000000"/>
              </a:buClr>
              <a:buSzPts val="2000"/>
              <a:buFont typeface="Times New Roman" panose="02020603050405020304"/>
              <a:buNone/>
            </a:pPr>
            <a:endParaRPr sz="2000" b="1" i="0" u="none" strike="noStrike" cap="none" dirty="0">
              <a:solidFill>
                <a:srgbClr val="0000FF"/>
              </a:solidFill>
              <a:latin typeface="Times New Roman" panose="02020603050405020304" pitchFamily="18" charset="0"/>
              <a:cs typeface="Times New Roman" panose="02020603050405020304" pitchFamily="18" charset="0"/>
              <a:sym typeface="Arial" panose="020B0604020202020204"/>
            </a:endParaRPr>
          </a:p>
        </p:txBody>
      </p:sp>
      <p:pic>
        <p:nvPicPr>
          <p:cNvPr id="2097153" name="Google Shape;150;p26" descr="KRCE Tiruchirappalli : Admission 2024, Courses, Fees, Placement, Cut Off"/>
          <p:cNvPicPr preferRelativeResize="0"/>
          <p:nvPr/>
        </p:nvPicPr>
        <p:blipFill rotWithShape="1">
          <a:blip r:embed="rId4"/>
          <a:srcRect/>
          <a:stretch>
            <a:fillRect/>
          </a:stretch>
        </p:blipFill>
        <p:spPr>
          <a:xfrm>
            <a:off x="10344150" y="260350"/>
            <a:ext cx="1219200" cy="1181100"/>
          </a:xfrm>
          <a:prstGeom prst="rect">
            <a:avLst/>
          </a:prstGeom>
          <a:noFill/>
          <a:ln>
            <a:noFill/>
          </a:ln>
        </p:spPr>
      </p:pic>
      <p:sp>
        <p:nvSpPr>
          <p:cNvPr id="1048586" name="Google Shape;151;p26"/>
          <p:cNvSpPr txBox="1"/>
          <p:nvPr/>
        </p:nvSpPr>
        <p:spPr>
          <a:xfrm>
            <a:off x="1115219" y="3661143"/>
            <a:ext cx="9838531" cy="58229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200" b="1" i="0" u="none" strike="noStrike" cap="none" dirty="0">
                <a:solidFill>
                  <a:srgbClr val="FF0000"/>
                </a:solidFill>
                <a:latin typeface="Times New Roman" panose="02020603050405020304" pitchFamily="18" charset="0"/>
                <a:cs typeface="Times New Roman" panose="02020603050405020304" pitchFamily="18" charset="0"/>
                <a:sym typeface="Arial" panose="020B0604020202020204"/>
              </a:rPr>
              <a:t>E-HEALTH MANAGEMENT SYSTEM</a:t>
            </a:r>
          </a:p>
        </p:txBody>
      </p:sp>
      <p:sp>
        <p:nvSpPr>
          <p:cNvPr id="1048587" name="Date Placeholder 7"/>
          <p:cNvSpPr>
            <a:spLocks noGrp="1"/>
          </p:cNvSpPr>
          <p:nvPr>
            <p:ph type="dt" idx="10"/>
          </p:nvPr>
        </p:nvSpPr>
        <p:spPr>
          <a:xfrm>
            <a:off x="608012" y="6352317"/>
            <a:ext cx="2843213" cy="363538"/>
          </a:xfrm>
        </p:spPr>
        <p:txBody>
          <a:bodyPr/>
          <a:lstStyle/>
          <a:p>
            <a:r>
              <a:rPr lang="en-US"/>
              <a:t>2/6/2025</a:t>
            </a:r>
            <a:endParaRPr lang="en-US" dirty="0"/>
          </a:p>
        </p:txBody>
      </p:sp>
      <p:sp>
        <p:nvSpPr>
          <p:cNvPr id="1048588" name="Google Shape;146;p26"/>
          <p:cNvSpPr txBox="1"/>
          <p:nvPr/>
        </p:nvSpPr>
        <p:spPr>
          <a:xfrm>
            <a:off x="0" y="4475581"/>
            <a:ext cx="12079705" cy="2382419"/>
          </a:xfrm>
          <a:prstGeom prst="rect">
            <a:avLst/>
          </a:prstGeom>
          <a:solidFill>
            <a:srgbClr val="FFFFFF"/>
          </a:solidFill>
          <a:ln>
            <a:noFill/>
          </a:ln>
        </p:spPr>
        <p:txBody>
          <a:bodyPr spcFirstLastPara="1" wrap="square" lIns="91425" tIns="45700" rIns="91425" bIns="45700" anchor="t" anchorCtr="0">
            <a:noAutofit/>
          </a:bodyPr>
          <a:lstStyle/>
          <a:p>
            <a:pPr marL="0" marR="0" lvl="0" indent="0" algn="just" defTabSz="914400" rtl="0" eaLnBrk="1" fontAlgn="auto" latinLnBrk="0" hangingPunct="1">
              <a:lnSpc>
                <a:spcPct val="150000"/>
              </a:lnSpc>
              <a:spcBef>
                <a:spcPts val="0"/>
              </a:spcBef>
              <a:spcAft>
                <a:spcPts val="0"/>
              </a:spcAft>
              <a:buClr>
                <a:srgbClr val="000000"/>
              </a:buClr>
              <a:buSzPts val="2400"/>
              <a:buFont typeface="Times New Roman" panose="02020603050405020304"/>
              <a:buNone/>
            </a:pP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             PRESENTED BY                                                              SUPERVISOR</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just" defTabSz="914400" rtl="0" eaLnBrk="1" fontAlgn="auto" latinLnBrk="0" hangingPunct="1">
              <a:lnSpc>
                <a:spcPct val="150000"/>
              </a:lnSpc>
              <a:spcBef>
                <a:spcPts val="0"/>
              </a:spcBef>
              <a:spcAft>
                <a:spcPts val="0"/>
              </a:spcAft>
              <a:buClr>
                <a:srgbClr val="000000"/>
              </a:buClr>
              <a:buSzPts val="2400"/>
              <a:buFont typeface="Times New Roman" panose="02020603050405020304"/>
              <a:buNone/>
            </a:pPr>
            <a:r>
              <a:rPr lang="en-US" sz="2400" b="1" dirty="0">
                <a:solidFill>
                  <a:schemeClr val="dk1"/>
                </a:solidFill>
                <a:latin typeface="Times New Roman" panose="02020603050405020304" pitchFamily="18" charset="0"/>
                <a:ea typeface="Arial Narrow" panose="020B0606020202030204"/>
                <a:cs typeface="Times New Roman" panose="02020603050405020304" pitchFamily="18" charset="0"/>
                <a:sym typeface="Arial Narrow" panose="020B0606020202030204"/>
              </a:rPr>
              <a:t>             SUBIKSHA</a:t>
            </a:r>
            <a:r>
              <a:rPr kumimoji="0" lang="en-US" sz="2400" b="1" i="0" u="none" strike="noStrike" kern="0" cap="none" spc="0" normalizeH="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  D</a:t>
            </a: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                                       	                 M</a:t>
            </a:r>
            <a:r>
              <a:rPr lang="en-US" sz="2400" b="1" dirty="0" err="1">
                <a:solidFill>
                  <a:schemeClr val="dk1"/>
                </a:solidFill>
                <a:latin typeface="Times New Roman" panose="02020603050405020304" pitchFamily="18" charset="0"/>
                <a:ea typeface="Arial Narrow" panose="020B0606020202030204"/>
                <a:cs typeface="Times New Roman" panose="02020603050405020304" pitchFamily="18" charset="0"/>
                <a:sym typeface="Arial Narrow" panose="020B0606020202030204"/>
              </a:rPr>
              <a:t>rs</a:t>
            </a: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 V.SANKARI M.E.,</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defTabSz="914400" rtl="0" eaLnBrk="1" fontAlgn="auto" latinLnBrk="0" hangingPunct="1">
              <a:lnSpc>
                <a:spcPct val="150000"/>
              </a:lnSpc>
              <a:spcBef>
                <a:spcPts val="0"/>
              </a:spcBef>
              <a:spcAft>
                <a:spcPts val="0"/>
              </a:spcAft>
              <a:buClr>
                <a:srgbClr val="000000"/>
              </a:buClr>
              <a:buSzPts val="2400"/>
              <a:buFont typeface="Times New Roman" panose="02020603050405020304"/>
              <a:buNone/>
            </a:pP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             </a:t>
            </a:r>
            <a:r>
              <a:rPr lang="en-US" sz="2400" b="1" dirty="0">
                <a:solidFill>
                  <a:schemeClr val="dk1"/>
                </a:solidFill>
                <a:latin typeface="Times New Roman" panose="02020603050405020304" pitchFamily="18" charset="0"/>
                <a:ea typeface="Arial Narrow" panose="020B0606020202030204"/>
                <a:cs typeface="Times New Roman" panose="02020603050405020304" pitchFamily="18" charset="0"/>
                <a:sym typeface="Arial Narrow" panose="020B0606020202030204"/>
              </a:rPr>
              <a:t>8115U24AD111</a:t>
            </a: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					Assistant Professor / A</a:t>
            </a:r>
            <a:r>
              <a:rPr kumimoji="0" lang="en-GB"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I&amp;</a:t>
            </a:r>
            <a:r>
              <a:rPr kumimoji="0" lang="en-US" sz="2400" b="1" i="0" u="none" strike="noStrike" kern="0" cap="none" spc="0" normalizeH="0" baseline="0" noProof="0" dirty="0">
                <a:ln>
                  <a:noFill/>
                </a:ln>
                <a:solidFill>
                  <a:schemeClr val="dk1"/>
                </a:solidFill>
                <a:effectLst/>
                <a:uLnTx/>
                <a:uFillTx/>
                <a:latin typeface="Times New Roman" panose="02020603050405020304" pitchFamily="18" charset="0"/>
                <a:ea typeface="Arial Narrow" panose="020B0606020202030204"/>
                <a:cs typeface="Times New Roman" panose="02020603050405020304" pitchFamily="18" charset="0"/>
                <a:sym typeface="Arial Narrow" panose="020B0606020202030204"/>
              </a:rPr>
              <a:t>DS</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panose="020B0604020202020204"/>
            </a:endParaRPr>
          </a:p>
          <a:p>
            <a:pPr marL="0" marR="0" lvl="0" indent="0" algn="ct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panose="020B0604020202020204"/>
            </a:endParaRPr>
          </a:p>
          <a:p>
            <a:pPr marL="0" marR="0" lvl="0" indent="0" algn="ct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r>
              <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panose="020B0604020202020204"/>
              </a:rPr>
              <a:t>					</a:t>
            </a:r>
            <a:endParaRPr kumimoji="0" lang="en-US" sz="2400" b="0" i="0" u="none" strike="noStrike" kern="0" cap="none" spc="0" normalizeH="0" baseline="0" noProof="0" dirty="0">
              <a:ln>
                <a:noFill/>
              </a:ln>
              <a:solidFill>
                <a:srgbClr val="000000"/>
              </a:solidFill>
              <a:effectLst/>
              <a:uLnTx/>
              <a:uFillTx/>
              <a:latin typeface="Times New Roman" panose="02020603050405020304" pitchFamily="18" charset="0"/>
              <a:ea typeface="Calibri" panose="020F0502020204030204"/>
              <a:cs typeface="Times New Roman" panose="02020603050405020304" pitchFamily="18" charset="0"/>
              <a:sym typeface="Calibri" panose="020F0502020204030204"/>
            </a:endParaRPr>
          </a:p>
          <a:p>
            <a:pPr marL="0" marR="0" lvl="0" indent="0" algn="ct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1" i="0" u="none" strike="noStrike" kern="0" cap="none" spc="0" normalizeH="0" baseline="0" noProof="0" dirty="0">
              <a:ln>
                <a:noFill/>
              </a:ln>
              <a:solidFill>
                <a:srgbClr val="002060"/>
              </a:solidFill>
              <a:effectLst/>
              <a:uLnTx/>
              <a:uFillTx/>
              <a:latin typeface="Times New Roman" panose="02020603050405020304" pitchFamily="18" charset="0"/>
              <a:cs typeface="Times New Roman" panose="02020603050405020304" pitchFamily="18" charset="0"/>
              <a:sym typeface="Arial" panose="020B0604020202020204"/>
            </a:endParaRPr>
          </a:p>
          <a:p>
            <a:pPr marL="0" marR="0" lvl="0" indent="0" algn="ct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panose="020B0604020202020204"/>
            </a:endParaRPr>
          </a:p>
          <a:p>
            <a:pPr marL="0" marR="0" lvl="0" indent="0" algn="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1" i="0" u="none" strike="noStrike" kern="0" cap="none" spc="0" normalizeH="0" baseline="0" noProof="0" dirty="0">
              <a:ln>
                <a:noFill/>
              </a:ln>
              <a:solidFill>
                <a:srgbClr val="FF0000"/>
              </a:solidFill>
              <a:effectLst/>
              <a:uLnTx/>
              <a:uFillTx/>
              <a:latin typeface="Times New Roman" panose="02020603050405020304" pitchFamily="18" charset="0"/>
              <a:cs typeface="Times New Roman" panose="02020603050405020304" pitchFamily="18" charset="0"/>
              <a:sym typeface="Arial" panose="020B0604020202020204"/>
            </a:endParaRPr>
          </a:p>
          <a:p>
            <a:pPr marL="0" marR="0" lvl="0" indent="0" algn="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0" i="0" u="none" strike="noStrike" kern="0" cap="none" spc="0" normalizeH="0" baseline="0" noProof="0" dirty="0">
              <a:ln>
                <a:noFill/>
              </a:ln>
              <a:solidFill>
                <a:srgbClr val="8B8B8B"/>
              </a:solidFill>
              <a:effectLst/>
              <a:uLnTx/>
              <a:uFillTx/>
              <a:latin typeface="Times New Roman" panose="02020603050405020304" pitchFamily="18" charset="0"/>
              <a:cs typeface="Times New Roman" panose="02020603050405020304" pitchFamily="18" charset="0"/>
              <a:sym typeface="Arial" panose="020B0604020202020204"/>
            </a:endParaRPr>
          </a:p>
          <a:p>
            <a:pPr marL="0" marR="0" lvl="0" indent="0" algn="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0" i="0" u="none" strike="noStrike" kern="0" cap="none" spc="0" normalizeH="0" baseline="0" noProof="0" dirty="0">
              <a:ln>
                <a:noFill/>
              </a:ln>
              <a:solidFill>
                <a:srgbClr val="8B8B8B"/>
              </a:solidFill>
              <a:effectLst/>
              <a:uLnTx/>
              <a:uFillTx/>
              <a:latin typeface="Times New Roman" panose="02020603050405020304" pitchFamily="18" charset="0"/>
              <a:cs typeface="Times New Roman" panose="02020603050405020304" pitchFamily="18" charset="0"/>
              <a:sym typeface="Arial" panose="020B0604020202020204"/>
            </a:endParaRPr>
          </a:p>
          <a:p>
            <a:pPr marL="0" marR="0" lvl="0" indent="0" algn="r" defTabSz="914400" rtl="0" eaLnBrk="1" fontAlgn="auto" latinLnBrk="0" hangingPunct="1">
              <a:lnSpc>
                <a:spcPct val="150000"/>
              </a:lnSpc>
              <a:spcBef>
                <a:spcPts val="365"/>
              </a:spcBef>
              <a:spcAft>
                <a:spcPts val="0"/>
              </a:spcAft>
              <a:buClr>
                <a:srgbClr val="000000"/>
              </a:buClr>
              <a:buSzPts val="1800"/>
              <a:buFont typeface="Times New Roman" panose="02020603050405020304"/>
              <a:buNone/>
            </a:pPr>
            <a:endParaRPr kumimoji="0" lang="en-US" sz="2400" b="0" i="0" u="none" strike="noStrike" kern="0" cap="none" spc="0" normalizeH="0" baseline="0" noProof="0" dirty="0">
              <a:ln>
                <a:noFill/>
              </a:ln>
              <a:solidFill>
                <a:srgbClr val="8B8B8B"/>
              </a:solidFill>
              <a:effectLst/>
              <a:uLnTx/>
              <a:uFillTx/>
              <a:latin typeface="Times New Roman" panose="02020603050405020304" pitchFamily="18" charset="0"/>
              <a:cs typeface="Times New Roman" panose="02020603050405020304" pitchFamily="18" charset="0"/>
              <a:sym typeface="Arial" panose="020B0604020202020204"/>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048601" name="Google Shape;157;p27"/>
          <p:cNvSpPr txBox="1">
            <a:spLocks noGrp="1"/>
          </p:cNvSpPr>
          <p:nvPr>
            <p:ph type="title" idx="4294967295"/>
          </p:nvPr>
        </p:nvSpPr>
        <p:spPr>
          <a:xfrm>
            <a:off x="1981200" y="274638"/>
            <a:ext cx="8229600" cy="11430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None/>
            </a:pP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PRESENTATION </a:t>
            </a:r>
            <a:r>
              <a:rPr lang="en-US" sz="3000" b="1" dirty="0">
                <a:latin typeface="Times New Roman" panose="02020603050405020304" pitchFamily="18" charset="0"/>
                <a:cs typeface="Times New Roman" panose="02020603050405020304" pitchFamily="18" charset="0"/>
                <a:sym typeface="Arial" panose="020B0604020202020204"/>
              </a:rPr>
              <a:t>OVERVIEW</a:t>
            </a:r>
            <a:endParaRPr lang="en-US" sz="3000" b="1" dirty="0">
              <a:latin typeface="Times New Roman" panose="02020603050405020304" pitchFamily="18" charset="0"/>
              <a:cs typeface="Times New Roman" panose="02020603050405020304" pitchFamily="18" charset="0"/>
            </a:endParaRPr>
          </a:p>
        </p:txBody>
      </p:sp>
      <p:sp>
        <p:nvSpPr>
          <p:cNvPr id="1048602" name="Google Shape;158;p27"/>
          <p:cNvSpPr txBox="1"/>
          <p:nvPr/>
        </p:nvSpPr>
        <p:spPr>
          <a:xfrm>
            <a:off x="831850" y="1514475"/>
            <a:ext cx="9822898" cy="4695825"/>
          </a:xfrm>
          <a:prstGeom prst="rect">
            <a:avLst/>
          </a:prstGeom>
          <a:noFill/>
          <a:ln>
            <a:noFill/>
          </a:ln>
        </p:spPr>
        <p:txBody>
          <a:bodyPr spcFirstLastPara="1" wrap="square" lIns="91425" tIns="45700" rIns="91425" bIns="45700" anchor="t" anchorCtr="0">
            <a:noAutofit/>
          </a:bodyPr>
          <a:lstStyle/>
          <a:p>
            <a:pPr marL="458470" marR="0" lvl="0" indent="-457200" algn="just" rtl="0">
              <a:lnSpc>
                <a:spcPct val="150000"/>
              </a:lnSpc>
              <a:spcBef>
                <a:spcPts val="325"/>
              </a:spcBef>
              <a:spcAft>
                <a:spcPts val="0"/>
              </a:spcAft>
              <a:buClr>
                <a:srgbClr val="000000"/>
              </a:buClr>
              <a:buSzPts val="1800"/>
              <a:buFont typeface="Calibri" panose="020F0502020204030204"/>
              <a:buAutoNum type="arabicPeriod"/>
            </a:pPr>
            <a:r>
              <a:rPr lang="en-US"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Objective</a:t>
            </a:r>
          </a:p>
          <a:p>
            <a:pPr marL="458470" indent="-457200" algn="just">
              <a:lnSpc>
                <a:spcPct val="150000"/>
              </a:lnSpc>
              <a:spcBef>
                <a:spcPts val="325"/>
              </a:spcBef>
              <a:buSzPts val="1800"/>
              <a:buFont typeface="Calibri" panose="020F0502020204030204"/>
              <a:buAutoNum type="arabicPeriod"/>
            </a:pPr>
            <a:r>
              <a:rPr lang="en-US" sz="1800" b="1" dirty="0">
                <a:latin typeface="Times New Roman" panose="02020603050405020304" pitchFamily="18" charset="0"/>
                <a:cs typeface="Times New Roman" panose="02020603050405020304" pitchFamily="18" charset="0"/>
              </a:rPr>
              <a:t>Introduction</a:t>
            </a:r>
            <a:endParaRPr sz="1800" dirty="0">
              <a:latin typeface="Times New Roman" panose="02020603050405020304" pitchFamily="18" charset="0"/>
              <a:cs typeface="Times New Roman" panose="02020603050405020304" pitchFamily="18" charset="0"/>
            </a:endParaRPr>
          </a:p>
          <a:p>
            <a:pPr marL="458470" marR="0" lvl="0" indent="-457200" algn="just" rtl="0">
              <a:lnSpc>
                <a:spcPct val="150000"/>
              </a:lnSpc>
              <a:spcBef>
                <a:spcPts val="325"/>
              </a:spcBef>
              <a:spcAft>
                <a:spcPts val="0"/>
              </a:spcAft>
              <a:buClr>
                <a:srgbClr val="000000"/>
              </a:buClr>
              <a:buSzPts val="1800"/>
              <a:buFont typeface="Calibri" panose="020F0502020204030204"/>
              <a:buAutoNum type="arabicPeriod"/>
            </a:pPr>
            <a:r>
              <a:rPr lang="en-US" sz="1800" b="1" i="0" u="none" strike="noStrike" cap="none" dirty="0">
                <a:solidFill>
                  <a:srgbClr val="000000"/>
                </a:solidFill>
                <a:latin typeface="Times New Roman" panose="02020603050405020304" pitchFamily="18" charset="0"/>
                <a:cs typeface="Times New Roman" panose="02020603050405020304" pitchFamily="18" charset="0"/>
                <a:sym typeface="Arial" panose="020B0604020202020204"/>
              </a:rPr>
              <a:t>Problem </a:t>
            </a:r>
            <a:r>
              <a:rPr lang="en-US" sz="1800" b="1" i="0" u="none" strike="noStrike" cap="none" dirty="0" err="1">
                <a:solidFill>
                  <a:srgbClr val="000000"/>
                </a:solidFill>
                <a:latin typeface="Times New Roman" panose="02020603050405020304" pitchFamily="18" charset="0"/>
                <a:cs typeface="Times New Roman" panose="02020603050405020304" pitchFamily="18" charset="0"/>
                <a:sym typeface="Arial" panose="020B0604020202020204"/>
              </a:rPr>
              <a:t>Stateme</a:t>
            </a:r>
            <a:r>
              <a:rPr lang="en-GB" sz="1800" b="1" dirty="0" err="1">
                <a:latin typeface="Times New Roman" panose="02020603050405020304" pitchFamily="18" charset="0"/>
                <a:cs typeface="Times New Roman" panose="02020603050405020304" pitchFamily="18" charset="0"/>
              </a:rPr>
              <a:t>nt</a:t>
            </a:r>
            <a:endParaRPr lang="en-US" altLang="en-GB" sz="1800" b="1" dirty="0" err="1">
              <a:latin typeface="Times New Roman" panose="02020603050405020304" pitchFamily="18" charset="0"/>
              <a:cs typeface="Times New Roman" panose="02020603050405020304" pitchFamily="18" charset="0"/>
            </a:endParaRPr>
          </a:p>
          <a:p>
            <a:pPr marL="458470" marR="0" lvl="0" indent="-457200" algn="just" rtl="0">
              <a:lnSpc>
                <a:spcPct val="150000"/>
              </a:lnSpc>
              <a:spcBef>
                <a:spcPts val="325"/>
              </a:spcBef>
              <a:spcAft>
                <a:spcPts val="0"/>
              </a:spcAft>
              <a:buClr>
                <a:srgbClr val="000000"/>
              </a:buClr>
              <a:buSzPts val="1800"/>
              <a:buFont typeface="Calibri" panose="020F0502020204030204"/>
              <a:buAutoNum type="arabicPeriod"/>
            </a:pPr>
            <a:r>
              <a:rPr lang="en-US" altLang="en-GB" sz="1800" b="1" dirty="0">
                <a:latin typeface="Times New Roman" panose="02020603050405020304" pitchFamily="18" charset="0"/>
                <a:cs typeface="Times New Roman" panose="02020603050405020304" pitchFamily="18" charset="0"/>
              </a:rPr>
              <a:t>Existing and Proposed </a:t>
            </a:r>
            <a:r>
              <a:rPr lang="en-US" altLang="en-GB" sz="1800" b="1" dirty="0" err="1">
                <a:latin typeface="Times New Roman" panose="02020603050405020304" pitchFamily="18" charset="0"/>
                <a:cs typeface="Times New Roman" panose="02020603050405020304" pitchFamily="18" charset="0"/>
              </a:rPr>
              <a:t>Comparision</a:t>
            </a:r>
            <a:endParaRPr sz="1800" dirty="0">
              <a:latin typeface="Times New Roman" panose="02020603050405020304" pitchFamily="18" charset="0"/>
              <a:cs typeface="Times New Roman" panose="02020603050405020304" pitchFamily="18" charset="0"/>
            </a:endParaRPr>
          </a:p>
          <a:p>
            <a:pPr marL="458470" marR="0" lvl="0" indent="-457200" algn="just" rtl="0">
              <a:lnSpc>
                <a:spcPct val="150000"/>
              </a:lnSpc>
              <a:spcBef>
                <a:spcPts val="325"/>
              </a:spcBef>
              <a:spcAft>
                <a:spcPts val="0"/>
              </a:spcAft>
              <a:buClr>
                <a:srgbClr val="000000"/>
              </a:buClr>
              <a:buSzPts val="1800"/>
              <a:buFont typeface="Arial" panose="020B0604020202020204"/>
              <a:buAutoNum type="arabicPeriod"/>
            </a:pPr>
            <a:r>
              <a:rPr lang="en-US" sz="1800" b="1" i="0" u="none" strike="noStrike" cap="none" dirty="0">
                <a:solidFill>
                  <a:schemeClr val="dk1"/>
                </a:solidFill>
                <a:latin typeface="Times New Roman" panose="02020603050405020304" pitchFamily="18" charset="0"/>
                <a:cs typeface="Times New Roman" panose="02020603050405020304" pitchFamily="18" charset="0"/>
                <a:sym typeface="Arial" panose="020B0604020202020204"/>
              </a:rPr>
              <a:t>Architecture Diagram</a:t>
            </a:r>
          </a:p>
          <a:p>
            <a:pPr marL="458470" indent="-457200" algn="just">
              <a:lnSpc>
                <a:spcPct val="150000"/>
              </a:lnSpc>
              <a:spcBef>
                <a:spcPts val="325"/>
              </a:spcBef>
              <a:buSzPts val="1800"/>
              <a:buFont typeface="Arial" panose="020B0604020202020204"/>
              <a:buAutoNum type="arabicPeriod"/>
            </a:pPr>
            <a:r>
              <a:rPr lang="en-US" sz="1800" b="1" dirty="0">
                <a:solidFill>
                  <a:schemeClr val="dk1"/>
                </a:solidFill>
                <a:latin typeface="Times New Roman" panose="02020603050405020304" pitchFamily="18" charset="0"/>
                <a:cs typeface="Times New Roman" panose="02020603050405020304" pitchFamily="18" charset="0"/>
                <a:sym typeface="+mn-ea"/>
              </a:rPr>
              <a:t>Modules Used</a:t>
            </a:r>
            <a:endParaRPr lang="zh-CN" altLang="en-US" sz="1800" dirty="0"/>
          </a:p>
          <a:p>
            <a:pPr marL="458470" indent="-457200" algn="just">
              <a:lnSpc>
                <a:spcPct val="150000"/>
              </a:lnSpc>
              <a:spcBef>
                <a:spcPts val="325"/>
              </a:spcBef>
              <a:buSzPts val="1800"/>
              <a:buFont typeface="Arial" panose="020B0604020202020204"/>
              <a:buAutoNum type="arabicPeriod"/>
            </a:pPr>
            <a:r>
              <a:rPr lang="en-US" sz="1800" b="1" dirty="0">
                <a:solidFill>
                  <a:schemeClr val="dk1"/>
                </a:solidFill>
                <a:latin typeface="Times New Roman" panose="02020603050405020304" pitchFamily="18" charset="0"/>
                <a:cs typeface="Times New Roman" panose="02020603050405020304" pitchFamily="18" charset="0"/>
              </a:rPr>
              <a:t>Conclusion and Future Scope</a:t>
            </a:r>
          </a:p>
          <a:p>
            <a:pPr marL="458470" indent="-457200" algn="just">
              <a:lnSpc>
                <a:spcPct val="150000"/>
              </a:lnSpc>
              <a:spcBef>
                <a:spcPts val="325"/>
              </a:spcBef>
              <a:buSzPts val="1800"/>
              <a:buFont typeface="Arial" panose="020B0604020202020204"/>
              <a:buAutoNum type="arabicPeriod"/>
            </a:pPr>
            <a:r>
              <a:rPr lang="en-US" sz="1800" b="1" dirty="0">
                <a:solidFill>
                  <a:schemeClr val="dk1"/>
                </a:solidFill>
                <a:latin typeface="Times New Roman" panose="02020603050405020304" pitchFamily="18" charset="0"/>
                <a:cs typeface="Times New Roman" panose="02020603050405020304" pitchFamily="18" charset="0"/>
              </a:rPr>
              <a:t>Output Screenshots</a:t>
            </a:r>
          </a:p>
          <a:p>
            <a:pPr marL="458470" indent="-457200" algn="just">
              <a:lnSpc>
                <a:spcPct val="150000"/>
              </a:lnSpc>
              <a:spcBef>
                <a:spcPts val="325"/>
              </a:spcBef>
              <a:buSzPts val="1800"/>
              <a:buFont typeface="Arial" panose="020B0604020202020204"/>
              <a:buAutoNum type="arabicPeriod"/>
            </a:pPr>
            <a:r>
              <a:rPr lang="en-US" sz="1800" b="1" dirty="0">
                <a:solidFill>
                  <a:schemeClr val="dk1"/>
                </a:solidFill>
                <a:latin typeface="Times New Roman" panose="02020603050405020304" pitchFamily="18" charset="0"/>
                <a:cs typeface="Times New Roman" panose="02020603050405020304" pitchFamily="18" charset="0"/>
              </a:rPr>
              <a:t>References</a:t>
            </a:r>
          </a:p>
          <a:p>
            <a:pPr marL="458470" indent="-457200" algn="just">
              <a:lnSpc>
                <a:spcPct val="150000"/>
              </a:lnSpc>
              <a:spcBef>
                <a:spcPts val="325"/>
              </a:spcBef>
              <a:buSzPts val="1800"/>
              <a:buFont typeface="Arial" panose="020B0604020202020204"/>
              <a:buAutoNum type="arabicPeriod"/>
            </a:pPr>
            <a:endParaRPr lang="en-US" sz="1800" b="1" dirty="0">
              <a:solidFill>
                <a:schemeClr val="dk1"/>
              </a:solidFill>
              <a:latin typeface="Times New Roman" panose="02020603050405020304" pitchFamily="18" charset="0"/>
              <a:cs typeface="Times New Roman" panose="02020603050405020304" pitchFamily="18" charset="0"/>
            </a:endParaRPr>
          </a:p>
        </p:txBody>
      </p:sp>
      <p:pic>
        <p:nvPicPr>
          <p:cNvPr id="2097154" name="Google Shape;159;p27"/>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55" name="Google Shape;160;p27"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
        <p:nvSpPr>
          <p:cNvPr id="1048603" name="Date Placeholder 5"/>
          <p:cNvSpPr>
            <a:spLocks noGrp="1"/>
          </p:cNvSpPr>
          <p:nvPr>
            <p:ph type="dt" idx="10"/>
          </p:nvPr>
        </p:nvSpPr>
        <p:spPr/>
        <p:txBody>
          <a:bodyPr/>
          <a:lstStyle/>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048613" name="Google Shape;175;p29"/>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cs typeface="Times New Roman" panose="02020603050405020304" pitchFamily="18" charset="0"/>
                <a:sym typeface="Arial" panose="020B0604020202020204"/>
              </a:rPr>
              <a:t>OBJECTIVE</a:t>
            </a:r>
            <a:endParaRPr sz="3000" b="1" dirty="0">
              <a:latin typeface="Times New Roman" panose="02020603050405020304" pitchFamily="18" charset="0"/>
              <a:cs typeface="Times New Roman" panose="02020603050405020304" pitchFamily="18" charset="0"/>
            </a:endParaRPr>
          </a:p>
        </p:txBody>
      </p:sp>
      <p:pic>
        <p:nvPicPr>
          <p:cNvPr id="2097158" name="Google Shape;176;p29"/>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59" name="Google Shape;177;p29"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
        <p:nvSpPr>
          <p:cNvPr id="1048614" name="Google Shape;178;p29"/>
          <p:cNvSpPr txBox="1">
            <a:spLocks noGrp="1"/>
          </p:cNvSpPr>
          <p:nvPr>
            <p:ph type="body" idx="1"/>
          </p:nvPr>
        </p:nvSpPr>
        <p:spPr>
          <a:xfrm>
            <a:off x="873760" y="1927225"/>
            <a:ext cx="10444480" cy="4013200"/>
          </a:xfrm>
          <a:prstGeom prst="rect">
            <a:avLst/>
          </a:prstGeom>
          <a:noFill/>
          <a:ln>
            <a:noFill/>
          </a:ln>
        </p:spPr>
        <p:txBody>
          <a:bodyPr spcFirstLastPara="1" wrap="square" lIns="91425" tIns="45700" rIns="91425" bIns="45700" anchor="ctr" anchorCtr="0">
            <a:noAutofit/>
          </a:bodyPr>
          <a:lstStyle/>
          <a:p>
            <a:pPr indent="-457200" algn="just">
              <a:lnSpc>
                <a:spcPct val="100000"/>
              </a:lnSpc>
              <a:spcBef>
                <a:spcPts val="0"/>
              </a:spcBef>
              <a:buSzPts val="3200"/>
              <a:buFont typeface="Arial" panose="020B0604020202020204" pitchFamily="34" charset="0"/>
              <a:buChar char="•"/>
            </a:pPr>
            <a:endParaRPr lang="en-IN" sz="2800" spc="-1" dirty="0">
              <a:latin typeface="Times New Roman"/>
              <a:ea typeface="DejaVu Sans"/>
            </a:endParaRPr>
          </a:p>
          <a:p>
            <a:pPr indent="-457200" algn="just">
              <a:lnSpc>
                <a:spcPct val="100000"/>
              </a:lnSpc>
              <a:spcBef>
                <a:spcPts val="0"/>
              </a:spcBef>
              <a:buSzPts val="3200"/>
              <a:buFont typeface="Arial" panose="020B0604020202020204" pitchFamily="34" charset="0"/>
              <a:buChar char="•"/>
            </a:pPr>
            <a:endParaRPr lang="en-IN" sz="2800" spc="-1" dirty="0">
              <a:latin typeface="Times New Roman"/>
              <a:ea typeface="DejaVu Sans"/>
            </a:endParaRPr>
          </a:p>
          <a:p>
            <a:pPr indent="-457200" algn="just">
              <a:lnSpc>
                <a:spcPct val="100000"/>
              </a:lnSpc>
              <a:spcBef>
                <a:spcPts val="0"/>
              </a:spcBef>
              <a:buSzPts val="3200"/>
              <a:buFont typeface="Arial" panose="020B0604020202020204" pitchFamily="34" charset="0"/>
              <a:buChar char="•"/>
            </a:pPr>
            <a:r>
              <a:rPr lang="en-IN" sz="2800" spc="-1" dirty="0">
                <a:latin typeface="Times New Roman" panose="02020603050405020304" pitchFamily="18" charset="0"/>
                <a:ea typeface="DejaVu Sans"/>
                <a:cs typeface="Times New Roman" panose="02020603050405020304" pitchFamily="18" charset="0"/>
              </a:rPr>
              <a:t>The objective of the E-Health Management System is to create a secure and efficient platform for managing patient records, appointments, and communication between patients and healthcare providers</a:t>
            </a:r>
            <a:r>
              <a:rPr lang="en-US" altLang="en-US" sz="2700" dirty="0">
                <a:latin typeface="Times New Roman" panose="02020603050405020304" pitchFamily="18" charset="0"/>
                <a:cs typeface="Times New Roman" panose="02020603050405020304" pitchFamily="18" charset="0"/>
              </a:rPr>
              <a:t>.</a:t>
            </a:r>
          </a:p>
          <a:p>
            <a:pPr marL="0" indent="0" algn="just">
              <a:lnSpc>
                <a:spcPct val="100000"/>
              </a:lnSpc>
              <a:spcBef>
                <a:spcPts val="0"/>
              </a:spcBef>
              <a:buSzPts val="3200"/>
              <a:buNone/>
            </a:pPr>
            <a:endParaRPr lang="en-US" altLang="en-US" sz="2700" dirty="0">
              <a:latin typeface="Times New Roman" panose="02020603050405020304" pitchFamily="18" charset="0"/>
              <a:cs typeface="Times New Roman" panose="02020603050405020304" pitchFamily="18" charset="0"/>
            </a:endParaRPr>
          </a:p>
          <a:p>
            <a:pPr indent="-457200" algn="just">
              <a:lnSpc>
                <a:spcPct val="100000"/>
              </a:lnSpc>
              <a:spcBef>
                <a:spcPts val="0"/>
              </a:spcBef>
              <a:buSzPts val="3200"/>
              <a:buFont typeface="Arial" panose="020B0604020202020204" pitchFamily="34" charset="0"/>
              <a:buChar char="•"/>
            </a:pPr>
            <a:r>
              <a:rPr lang="en-IN" sz="2800" spc="-1" dirty="0">
                <a:latin typeface="Times New Roman" panose="02020603050405020304" pitchFamily="18" charset="0"/>
                <a:ea typeface="DejaVu Sans"/>
                <a:cs typeface="Times New Roman" panose="02020603050405020304" pitchFamily="18" charset="0"/>
              </a:rPr>
              <a:t>The system aims to streamline healthcare services by enabling easy appointment scheduling, centralized patient data management, and secure access for both patients and healthcare providers, ensuring improved coordination and better healthcare outcomes</a:t>
            </a:r>
            <a:endParaRPr lang="en-US" altLang="en-US" sz="2700" dirty="0">
              <a:latin typeface="Times New Roman" panose="02020603050405020304" pitchFamily="18" charset="0"/>
              <a:cs typeface="Times New Roman" panose="02020603050405020304" pitchFamily="18" charset="0"/>
            </a:endParaRPr>
          </a:p>
          <a:p>
            <a:pPr indent="-457200" algn="just">
              <a:lnSpc>
                <a:spcPct val="100000"/>
              </a:lnSpc>
              <a:spcBef>
                <a:spcPts val="0"/>
              </a:spcBef>
              <a:buSzPts val="3200"/>
              <a:buFont typeface="Arial" panose="020B0604020202020204" pitchFamily="34" charset="0"/>
              <a:buChar char="•"/>
            </a:pPr>
            <a:endParaRPr lang="en-US" altLang="en-US" sz="2700" dirty="0">
              <a:latin typeface="Times New Roman" panose="02020603050405020304" pitchFamily="18" charset="0"/>
              <a:cs typeface="Times New Roman" panose="02020603050405020304" pitchFamily="18" charset="0"/>
            </a:endParaRPr>
          </a:p>
          <a:p>
            <a:pPr indent="-457200" algn="just">
              <a:lnSpc>
                <a:spcPct val="100000"/>
              </a:lnSpc>
              <a:spcBef>
                <a:spcPts val="0"/>
              </a:spcBef>
              <a:buSzPts val="3200"/>
              <a:buFont typeface="Arial" panose="020B0604020202020204" pitchFamily="34" charset="0"/>
              <a:buChar char="•"/>
            </a:pPr>
            <a:endParaRPr lang="en-US" altLang="en-US" sz="2700" dirty="0">
              <a:latin typeface="Times New Roman" panose="02020603050405020304" pitchFamily="18" charset="0"/>
              <a:cs typeface="Times New Roman" panose="02020603050405020304" pitchFamily="18" charset="0"/>
            </a:endParaRPr>
          </a:p>
        </p:txBody>
      </p:sp>
      <p:sp>
        <p:nvSpPr>
          <p:cNvPr id="1048615" name="Date Placeholder 5"/>
          <p:cNvSpPr>
            <a:spLocks noGrp="1"/>
          </p:cNvSpPr>
          <p:nvPr>
            <p:ph type="dt" idx="10"/>
          </p:nvPr>
        </p:nvSpPr>
        <p:spPr/>
        <p:txBody>
          <a:bodyPr/>
          <a:lstStyle/>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048607" name="Google Shape;166;p28"/>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algn="ctr">
              <a:lnSpc>
                <a:spcPct val="100000"/>
              </a:lnSpc>
            </a:pPr>
            <a:r>
              <a:rPr lang="en-US" sz="3000" b="1" dirty="0">
                <a:latin typeface="Times New Roman" panose="02020603050405020304" pitchFamily="18" charset="0"/>
                <a:cs typeface="Times New Roman" panose="02020603050405020304" pitchFamily="18" charset="0"/>
                <a:sym typeface="Arial" panose="020B0604020202020204"/>
              </a:rPr>
              <a:t> INTRODUCTION</a:t>
            </a:r>
            <a:endParaRPr sz="3000" b="1" dirty="0">
              <a:latin typeface="Times New Roman" panose="02020603050405020304" pitchFamily="18" charset="0"/>
              <a:cs typeface="Times New Roman" panose="02020603050405020304" pitchFamily="18" charset="0"/>
            </a:endParaRPr>
          </a:p>
        </p:txBody>
      </p:sp>
      <p:sp>
        <p:nvSpPr>
          <p:cNvPr id="1048608" name="Google Shape;167;p28"/>
          <p:cNvSpPr txBox="1">
            <a:spLocks noGrp="1"/>
          </p:cNvSpPr>
          <p:nvPr>
            <p:ph type="body" idx="1"/>
          </p:nvPr>
        </p:nvSpPr>
        <p:spPr>
          <a:xfrm>
            <a:off x="873900" y="1514475"/>
            <a:ext cx="10444200" cy="4524300"/>
          </a:xfrm>
          <a:prstGeom prst="rect">
            <a:avLst/>
          </a:prstGeom>
          <a:noFill/>
          <a:ln>
            <a:noFill/>
          </a:ln>
        </p:spPr>
        <p:txBody>
          <a:bodyPr spcFirstLastPara="1" wrap="square" lIns="91425" tIns="45700" rIns="91425" bIns="45700" anchor="ctr" anchorCtr="0">
            <a:noAutofit/>
          </a:bodyPr>
          <a:lstStyle/>
          <a:p>
            <a:pPr marL="0" indent="0" algn="just">
              <a:lnSpc>
                <a:spcPct val="100000"/>
              </a:lnSpc>
              <a:spcBef>
                <a:spcPts val="0"/>
              </a:spcBef>
              <a:buSzPts val="3200"/>
              <a:buNone/>
            </a:pPr>
            <a:endParaRPr lang="en-US" altLang="en-US" sz="2800" dirty="0">
              <a:latin typeface="Times New Roman" panose="02020603050405020304" pitchFamily="18" charset="0"/>
              <a:cs typeface="Times New Roman" panose="02020603050405020304" pitchFamily="18" charset="0"/>
            </a:endParaRPr>
          </a:p>
          <a:p>
            <a:pPr indent="-457200" algn="just">
              <a:lnSpc>
                <a:spcPct val="100000"/>
              </a:lnSpc>
              <a:spcBef>
                <a:spcPts val="0"/>
              </a:spcBef>
              <a:buSzPts val="3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 E-Health Management System is a web-based application designed to digitalize and streamline healthcare services.</a:t>
            </a:r>
          </a:p>
          <a:p>
            <a:pPr marL="0" indent="0" algn="just">
              <a:lnSpc>
                <a:spcPct val="100000"/>
              </a:lnSpc>
              <a:spcBef>
                <a:spcPts val="0"/>
              </a:spcBef>
              <a:buSzPts val="3200"/>
              <a:buNone/>
            </a:pPr>
            <a:endParaRPr lang="en-US" sz="2800" dirty="0">
              <a:latin typeface="Times New Roman" panose="02020603050405020304" pitchFamily="18" charset="0"/>
              <a:cs typeface="Times New Roman" panose="02020603050405020304" pitchFamily="18" charset="0"/>
            </a:endParaRPr>
          </a:p>
          <a:p>
            <a:pPr indent="-457200" algn="just">
              <a:lnSpc>
                <a:spcPct val="100000"/>
              </a:lnSpc>
              <a:spcBef>
                <a:spcPts val="0"/>
              </a:spcBef>
              <a:buSzPts val="3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 The system provides a centralized platform for managing patient information, doctor appointments, medical records, billing, and pharmacy data.</a:t>
            </a:r>
          </a:p>
          <a:p>
            <a:pPr marL="0" indent="0" algn="just">
              <a:lnSpc>
                <a:spcPct val="100000"/>
              </a:lnSpc>
              <a:spcBef>
                <a:spcPts val="0"/>
              </a:spcBef>
              <a:buSzPts val="3200"/>
              <a:buNone/>
            </a:pPr>
            <a:endParaRPr lang="en-US" sz="2800" dirty="0">
              <a:latin typeface="Times New Roman" panose="02020603050405020304" pitchFamily="18" charset="0"/>
              <a:cs typeface="Times New Roman" panose="02020603050405020304" pitchFamily="18" charset="0"/>
            </a:endParaRPr>
          </a:p>
          <a:p>
            <a:pPr indent="-457200" algn="just">
              <a:lnSpc>
                <a:spcPct val="100000"/>
              </a:lnSpc>
              <a:spcBef>
                <a:spcPts val="0"/>
              </a:spcBef>
              <a:buSzPts val="3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It helps hospitals, clinics, and healthcare professionals access accurate and updated information in real time.</a:t>
            </a:r>
          </a:p>
          <a:p>
            <a:pPr marL="0" indent="0" algn="just">
              <a:lnSpc>
                <a:spcPct val="100000"/>
              </a:lnSpc>
              <a:spcBef>
                <a:spcPts val="0"/>
              </a:spcBef>
              <a:buSzPts val="3200"/>
              <a:buNone/>
            </a:pPr>
            <a:endParaRPr lang="en-US" altLang="en-US" sz="2800" dirty="0">
              <a:latin typeface="Times New Roman" panose="02020603050405020304" pitchFamily="18" charset="0"/>
              <a:cs typeface="Times New Roman" panose="02020603050405020304" pitchFamily="18" charset="0"/>
            </a:endParaRPr>
          </a:p>
        </p:txBody>
      </p:sp>
      <p:pic>
        <p:nvPicPr>
          <p:cNvPr id="2097156" name="Google Shape;168;p28"/>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57" name="Google Shape;169;p28"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048619" name="Google Shape;184;p30"/>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PROBLEM STATEMENT </a:t>
            </a:r>
            <a:endParaRPr sz="3000" b="1" dirty="0">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2097160" name="Google Shape;185;p30"/>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61" name="Google Shape;186;p30"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
        <p:nvSpPr>
          <p:cNvPr id="1048620" name="Google Shape;187;p30"/>
          <p:cNvSpPr txBox="1">
            <a:spLocks noGrp="1"/>
          </p:cNvSpPr>
          <p:nvPr>
            <p:ph type="body" idx="1"/>
          </p:nvPr>
        </p:nvSpPr>
        <p:spPr>
          <a:xfrm>
            <a:off x="873125" y="1986280"/>
            <a:ext cx="10444480" cy="4052570"/>
          </a:xfrm>
          <a:prstGeom prst="rect">
            <a:avLst/>
          </a:prstGeom>
          <a:noFill/>
          <a:ln>
            <a:noFill/>
          </a:ln>
        </p:spPr>
        <p:txBody>
          <a:bodyPr spcFirstLastPara="1" wrap="square" lIns="91425" tIns="45700" rIns="91425" bIns="45700" anchor="ctr" anchorCtr="0">
            <a:noAutofit/>
          </a:bodyPr>
          <a:lstStyle/>
          <a:p>
            <a:pPr indent="-457200" algn="just">
              <a:lnSpc>
                <a:spcPct val="100000"/>
              </a:lnSpc>
              <a:spcBef>
                <a:spcPts val="0"/>
              </a:spcBef>
              <a:buSzPts val="3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In traditional healthcare systems, patient data and hospital records are often maintained manually, leading to data duplication, loss of information, and delays in treatment. </a:t>
            </a:r>
          </a:p>
          <a:p>
            <a:pPr marL="0" lvl="0" indent="0" algn="just" rtl="0">
              <a:lnSpc>
                <a:spcPct val="100000"/>
              </a:lnSpc>
              <a:spcBef>
                <a:spcPts val="0"/>
              </a:spcBef>
              <a:spcAft>
                <a:spcPts val="0"/>
              </a:spcAft>
              <a:buSzPts val="3200"/>
              <a:buNone/>
            </a:pPr>
            <a:endParaRPr lang="en-US" altLang="en-US" sz="2800" dirty="0">
              <a:latin typeface="Times New Roman" panose="02020603050405020304" pitchFamily="18" charset="0"/>
              <a:cs typeface="Times New Roman" panose="02020603050405020304" pitchFamily="18" charset="0"/>
            </a:endParaRPr>
          </a:p>
          <a:p>
            <a:pPr lvl="0" indent="-457200" algn="just">
              <a:lnSpc>
                <a:spcPct val="100000"/>
              </a:lnSpc>
              <a:spcBef>
                <a:spcPts val="0"/>
              </a:spcBef>
              <a:buSzPts val="3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Communication between patients, doctors, and administrative staff is inefficient, and there is no centralized platform to manage appointments, prescriptions, or reports</a:t>
            </a:r>
            <a:r>
              <a:rPr lang="en-US" altLang="en-US" sz="2800" dirty="0">
                <a:latin typeface="Times New Roman" panose="02020603050405020304" pitchFamily="18" charset="0"/>
                <a:cs typeface="Times New Roman" panose="02020603050405020304" pitchFamily="18" charset="0"/>
              </a:rPr>
              <a:t>.</a:t>
            </a:r>
          </a:p>
          <a:p>
            <a:pPr marL="0" lvl="0" indent="0" algn="just">
              <a:lnSpc>
                <a:spcPct val="100000"/>
              </a:lnSpc>
              <a:spcBef>
                <a:spcPts val="0"/>
              </a:spcBef>
              <a:buSzPts val="3200"/>
              <a:buNone/>
            </a:pPr>
            <a:endParaRPr lang="en-US" altLang="en-US" sz="2800" dirty="0">
              <a:latin typeface="Times New Roman" panose="02020603050405020304" pitchFamily="18" charset="0"/>
              <a:cs typeface="Times New Roman" panose="02020603050405020304" pitchFamily="18" charset="0"/>
            </a:endParaRPr>
          </a:p>
          <a:p>
            <a:pPr lvl="0" indent="-457200" algn="just">
              <a:lnSpc>
                <a:spcPct val="100000"/>
              </a:lnSpc>
              <a:spcBef>
                <a:spcPts val="0"/>
              </a:spcBef>
              <a:buSzPts val="3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These issues result in poor patient experience, increased workload for staff, and difficulty in accessing medical history when needed. </a:t>
            </a: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A9A1C0-4995-F108-B2D3-B7EF6823EDA7}"/>
              </a:ext>
            </a:extLst>
          </p:cNvPr>
          <p:cNvSpPr>
            <a:spLocks noGrp="1"/>
          </p:cNvSpPr>
          <p:nvPr>
            <p:ph type="title"/>
          </p:nvPr>
        </p:nvSpPr>
        <p:spPr/>
        <p:txBody>
          <a:bodyPr/>
          <a:lstStyle/>
          <a:p>
            <a:r>
              <a:rPr lang="en-US" altLang="en-GB" b="1" dirty="0">
                <a:latin typeface="Times New Roman" panose="02020603050405020304" pitchFamily="18" charset="0"/>
                <a:cs typeface="Times New Roman" panose="02020603050405020304" pitchFamily="18" charset="0"/>
              </a:rPr>
              <a:t>               </a:t>
            </a:r>
            <a:br>
              <a:rPr lang="en-US" altLang="en-GB" b="1" dirty="0">
                <a:latin typeface="Times New Roman" panose="02020603050405020304" pitchFamily="18" charset="0"/>
                <a:cs typeface="Times New Roman" panose="02020603050405020304" pitchFamily="18" charset="0"/>
              </a:rPr>
            </a:br>
            <a:r>
              <a:rPr lang="en-US" altLang="en-GB" sz="2800" b="1" dirty="0">
                <a:latin typeface="Times New Roman" panose="02020603050405020304" pitchFamily="18" charset="0"/>
                <a:cs typeface="Times New Roman" panose="02020603050405020304" pitchFamily="18" charset="0"/>
              </a:rPr>
              <a:t>             </a:t>
            </a:r>
            <a:r>
              <a:rPr lang="en-IN" sz="3200" b="1" dirty="0">
                <a:latin typeface="Times New Roman" panose="02020603050405020304" pitchFamily="18" charset="0"/>
                <a:cs typeface="Times New Roman" panose="02020603050405020304" pitchFamily="18" charset="0"/>
              </a:rPr>
              <a:t>EXISTING AND PROPOSED COMPARISION</a:t>
            </a:r>
            <a:br>
              <a:rPr lang="en-US" sz="2800" dirty="0">
                <a:latin typeface="Times New Roman" panose="02020603050405020304" pitchFamily="18" charset="0"/>
                <a:cs typeface="Times New Roman" panose="02020603050405020304" pitchFamily="18" charset="0"/>
              </a:rPr>
            </a:br>
            <a:endParaRPr lang="en-IN" sz="2800" dirty="0"/>
          </a:p>
        </p:txBody>
      </p:sp>
      <p:sp>
        <p:nvSpPr>
          <p:cNvPr id="3" name="Text Placeholder 2">
            <a:extLst>
              <a:ext uri="{FF2B5EF4-FFF2-40B4-BE49-F238E27FC236}">
                <a16:creationId xmlns:a16="http://schemas.microsoft.com/office/drawing/2014/main" id="{166AF7C3-7AF2-242B-E1CD-3D1587E9F1BD}"/>
              </a:ext>
            </a:extLst>
          </p:cNvPr>
          <p:cNvSpPr>
            <a:spLocks noGrp="1"/>
          </p:cNvSpPr>
          <p:nvPr>
            <p:ph type="body" idx="1"/>
          </p:nvPr>
        </p:nvSpPr>
        <p:spPr/>
        <p:txBody>
          <a:bodyPr/>
          <a:lstStyle/>
          <a:p>
            <a:pPr marL="114300" indent="0">
              <a:buNone/>
            </a:pPr>
            <a:r>
              <a:rPr lang="en-US" sz="2400" b="1" u="sng" dirty="0">
                <a:latin typeface="Times New Roman" panose="02020603050405020304" pitchFamily="18" charset="0"/>
                <a:cs typeface="Times New Roman" panose="02020603050405020304" pitchFamily="18" charset="0"/>
              </a:rPr>
              <a:t>EXISTING SYSTEM</a:t>
            </a:r>
            <a:r>
              <a:rPr lang="en-US" sz="2400" u="sng" dirty="0">
                <a:latin typeface="Times New Roman" panose="02020603050405020304" pitchFamily="18" charset="0"/>
                <a:cs typeface="Times New Roman" panose="02020603050405020304" pitchFamily="18" charset="0"/>
              </a:rPr>
              <a:t>:</a:t>
            </a:r>
          </a:p>
          <a:p>
            <a:pPr algn="just"/>
            <a:r>
              <a:rPr lang="en-US" sz="2800" dirty="0">
                <a:latin typeface="Times New Roman" panose="02020603050405020304" pitchFamily="18" charset="0"/>
                <a:cs typeface="Times New Roman" panose="02020603050405020304" pitchFamily="18" charset="0"/>
              </a:rPr>
              <a:t>Medical records are stored manually on paper files or separate computers.</a:t>
            </a:r>
          </a:p>
          <a:p>
            <a:pPr algn="just"/>
            <a:r>
              <a:rPr lang="en-US" sz="2800" dirty="0">
                <a:latin typeface="Times New Roman" panose="02020603050405020304" pitchFamily="18" charset="0"/>
                <a:cs typeface="Times New Roman" panose="02020603050405020304" pitchFamily="18" charset="0"/>
              </a:rPr>
              <a:t>Patient information, diagnosis, and reports are not centrally connected.</a:t>
            </a:r>
          </a:p>
          <a:p>
            <a:pPr algn="just"/>
            <a:r>
              <a:rPr lang="en-US" sz="2800" dirty="0">
                <a:latin typeface="Times New Roman" panose="02020603050405020304" pitchFamily="18" charset="0"/>
                <a:cs typeface="Times New Roman" panose="02020603050405020304" pitchFamily="18" charset="0"/>
              </a:rPr>
              <a:t>Appointment booking must be done in person or through phone calls.</a:t>
            </a:r>
          </a:p>
          <a:p>
            <a:pPr marL="114300" indent="0">
              <a:buNone/>
            </a:pPr>
            <a:r>
              <a:rPr lang="en-IN" sz="2400" b="1" u="sng" dirty="0">
                <a:latin typeface="Times New Roman" panose="02020603050405020304" pitchFamily="18" charset="0"/>
                <a:cs typeface="Times New Roman" panose="02020603050405020304" pitchFamily="18" charset="0"/>
              </a:rPr>
              <a:t>PROPOSED SYSTEM:</a:t>
            </a:r>
            <a:endParaRPr lang="en-US" sz="2600" dirty="0"/>
          </a:p>
          <a:p>
            <a:pPr algn="just"/>
            <a:r>
              <a:rPr lang="en-US" sz="2800" dirty="0">
                <a:latin typeface="Times New Roman" panose="02020603050405020304" pitchFamily="18" charset="0"/>
                <a:cs typeface="Times New Roman" panose="02020603050405020304" pitchFamily="18" charset="0"/>
              </a:rPr>
              <a:t>Digital platform with centralized electronic health records (EHR).</a:t>
            </a:r>
          </a:p>
          <a:p>
            <a:pPr algn="just"/>
            <a:r>
              <a:rPr lang="en-US" sz="2800" dirty="0">
                <a:latin typeface="Times New Roman" panose="02020603050405020304" pitchFamily="18" charset="0"/>
                <a:cs typeface="Times New Roman" panose="02020603050405020304" pitchFamily="18" charset="0"/>
              </a:rPr>
              <a:t>All patient data accessible from a single secure database.</a:t>
            </a:r>
          </a:p>
          <a:p>
            <a:pPr algn="just"/>
            <a:r>
              <a:rPr lang="en-US" sz="2800" dirty="0">
                <a:latin typeface="Times New Roman" panose="02020603050405020304" pitchFamily="18" charset="0"/>
                <a:cs typeface="Times New Roman" panose="02020603050405020304" pitchFamily="18" charset="0"/>
              </a:rPr>
              <a:t>Online appointment booking through web or mobile app.</a:t>
            </a:r>
          </a:p>
          <a:p>
            <a:endParaRPr lang="en-US" sz="2400" dirty="0"/>
          </a:p>
          <a:p>
            <a:endParaRPr lang="en-IN" dirty="0"/>
          </a:p>
        </p:txBody>
      </p:sp>
      <p:sp>
        <p:nvSpPr>
          <p:cNvPr id="4" name="Date Placeholder 3">
            <a:extLst>
              <a:ext uri="{FF2B5EF4-FFF2-40B4-BE49-F238E27FC236}">
                <a16:creationId xmlns:a16="http://schemas.microsoft.com/office/drawing/2014/main" id="{DDAD0C07-D7CC-A3B2-2FC8-29DE8A184A56}"/>
              </a:ext>
            </a:extLst>
          </p:cNvPr>
          <p:cNvSpPr>
            <a:spLocks noGrp="1"/>
          </p:cNvSpPr>
          <p:nvPr>
            <p:ph type="dt" idx="10"/>
          </p:nvPr>
        </p:nvSpPr>
        <p:spPr/>
        <p:txBody>
          <a:bodyPr/>
          <a:lstStyle/>
          <a:p>
            <a:endParaRPr lang="en-US" dirty="0"/>
          </a:p>
        </p:txBody>
      </p:sp>
      <p:pic>
        <p:nvPicPr>
          <p:cNvPr id="5" name="Google Shape;176;p29">
            <a:extLst>
              <a:ext uri="{FF2B5EF4-FFF2-40B4-BE49-F238E27FC236}">
                <a16:creationId xmlns:a16="http://schemas.microsoft.com/office/drawing/2014/main" id="{2CC36FEE-CC25-26D5-46A4-E528D5E665B2}"/>
              </a:ext>
            </a:extLst>
          </p:cNvPr>
          <p:cNvPicPr preferRelativeResize="0"/>
          <p:nvPr/>
        </p:nvPicPr>
        <p:blipFill rotWithShape="1">
          <a:blip r:embed="rId2"/>
          <a:srcRect/>
          <a:stretch>
            <a:fillRect/>
          </a:stretch>
        </p:blipFill>
        <p:spPr>
          <a:xfrm>
            <a:off x="672824" y="311150"/>
            <a:ext cx="1066800" cy="1057275"/>
          </a:xfrm>
          <a:prstGeom prst="rect">
            <a:avLst/>
          </a:prstGeom>
          <a:noFill/>
          <a:ln>
            <a:noFill/>
          </a:ln>
        </p:spPr>
      </p:pic>
      <p:pic>
        <p:nvPicPr>
          <p:cNvPr id="7" name="Google Shape;177;p29" descr="KRCE Tiruchirappalli : Admission 2024, Courses, Fees, Placement, Cut Off">
            <a:extLst>
              <a:ext uri="{FF2B5EF4-FFF2-40B4-BE49-F238E27FC236}">
                <a16:creationId xmlns:a16="http://schemas.microsoft.com/office/drawing/2014/main" id="{7EA2D529-6AA3-5166-7465-BD3B61F25E5F}"/>
              </a:ext>
            </a:extLst>
          </p:cNvPr>
          <p:cNvPicPr preferRelativeResize="0"/>
          <p:nvPr/>
        </p:nvPicPr>
        <p:blipFill rotWithShape="1">
          <a:blip r:embed="rId3"/>
          <a:srcRect/>
          <a:stretch>
            <a:fillRect/>
          </a:stretch>
        </p:blipFill>
        <p:spPr>
          <a:xfrm>
            <a:off x="10299976" y="187325"/>
            <a:ext cx="1219200" cy="1181100"/>
          </a:xfrm>
          <a:prstGeom prst="rect">
            <a:avLst/>
          </a:prstGeom>
          <a:noFill/>
          <a:ln>
            <a:noFill/>
          </a:ln>
        </p:spPr>
      </p:pic>
    </p:spTree>
    <p:extLst>
      <p:ext uri="{BB962C8B-B14F-4D97-AF65-F5344CB8AC3E}">
        <p14:creationId xmlns:p14="http://schemas.microsoft.com/office/powerpoint/2010/main" val="13574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2372D-D013-4F20-9A75-57C8742B2BCF}"/>
              </a:ext>
            </a:extLst>
          </p:cNvPr>
          <p:cNvSpPr>
            <a:spLocks noGrp="1"/>
          </p:cNvSpPr>
          <p:nvPr>
            <p:ph type="title"/>
          </p:nvPr>
        </p:nvSpPr>
        <p:spPr/>
        <p:txBody>
          <a:bodyPr/>
          <a:lstStyle/>
          <a:p>
            <a:br>
              <a:rPr lang="en-US" dirty="0"/>
            </a:br>
            <a:r>
              <a:rPr lang="en-US" dirty="0"/>
              <a:t>           ARCHITECTURE/FLOW DIAGRAM</a:t>
            </a:r>
            <a:endParaRPr lang="en-IN" dirty="0"/>
          </a:p>
        </p:txBody>
      </p:sp>
      <p:pic>
        <p:nvPicPr>
          <p:cNvPr id="5" name="Google Shape;176;p29">
            <a:extLst>
              <a:ext uri="{FF2B5EF4-FFF2-40B4-BE49-F238E27FC236}">
                <a16:creationId xmlns:a16="http://schemas.microsoft.com/office/drawing/2014/main" id="{2B358FAB-4602-41C4-5BBA-DCB860402A42}"/>
              </a:ext>
            </a:extLst>
          </p:cNvPr>
          <p:cNvPicPr preferRelativeResize="0"/>
          <p:nvPr/>
        </p:nvPicPr>
        <p:blipFill rotWithShape="1">
          <a:blip r:embed="rId2"/>
          <a:srcRect/>
          <a:stretch>
            <a:fillRect/>
          </a:stretch>
        </p:blipFill>
        <p:spPr>
          <a:xfrm>
            <a:off x="672824" y="311150"/>
            <a:ext cx="1066800" cy="1057275"/>
          </a:xfrm>
          <a:prstGeom prst="rect">
            <a:avLst/>
          </a:prstGeom>
          <a:noFill/>
          <a:ln>
            <a:noFill/>
          </a:ln>
        </p:spPr>
      </p:pic>
      <p:pic>
        <p:nvPicPr>
          <p:cNvPr id="6" name="Google Shape;204;p32" descr="KRCE Tiruchirappalli : Admission 2024, Courses, Fees, Placement, Cut Off">
            <a:extLst>
              <a:ext uri="{FF2B5EF4-FFF2-40B4-BE49-F238E27FC236}">
                <a16:creationId xmlns:a16="http://schemas.microsoft.com/office/drawing/2014/main" id="{DF404318-14E0-EC86-E9A7-B329FDADD57A}"/>
              </a:ext>
            </a:extLst>
          </p:cNvPr>
          <p:cNvPicPr preferRelativeResize="0"/>
          <p:nvPr/>
        </p:nvPicPr>
        <p:blipFill rotWithShape="1">
          <a:blip r:embed="rId3"/>
          <a:srcRect/>
          <a:stretch>
            <a:fillRect/>
          </a:stretch>
        </p:blipFill>
        <p:spPr>
          <a:xfrm>
            <a:off x="10056813" y="333375"/>
            <a:ext cx="1219200" cy="1181100"/>
          </a:xfrm>
          <a:prstGeom prst="rect">
            <a:avLst/>
          </a:prstGeom>
          <a:noFill/>
          <a:ln>
            <a:noFill/>
          </a:ln>
        </p:spPr>
      </p:pic>
      <p:sp>
        <p:nvSpPr>
          <p:cNvPr id="8" name="Text Placeholder 2">
            <a:extLst>
              <a:ext uri="{FF2B5EF4-FFF2-40B4-BE49-F238E27FC236}">
                <a16:creationId xmlns:a16="http://schemas.microsoft.com/office/drawing/2014/main" id="{501B71BF-B265-1FAA-D33B-6C2E40D7C5EA}"/>
              </a:ext>
            </a:extLst>
          </p:cNvPr>
          <p:cNvSpPr>
            <a:spLocks noGrp="1"/>
          </p:cNvSpPr>
          <p:nvPr>
            <p:ph type="body" idx="1"/>
          </p:nvPr>
        </p:nvSpPr>
        <p:spPr>
          <a:xfrm>
            <a:off x="609600" y="1600200"/>
            <a:ext cx="10971213" cy="4524375"/>
          </a:xfrm>
        </p:spPr>
        <p:txBody>
          <a:bodyPr/>
          <a:lstStyle/>
          <a:p>
            <a:endParaRPr lang="en-IN" dirty="0"/>
          </a:p>
        </p:txBody>
      </p:sp>
      <p:pic>
        <p:nvPicPr>
          <p:cNvPr id="9" name="Picture 8">
            <a:extLst>
              <a:ext uri="{FF2B5EF4-FFF2-40B4-BE49-F238E27FC236}">
                <a16:creationId xmlns:a16="http://schemas.microsoft.com/office/drawing/2014/main" id="{60BD8E9A-4FE2-6955-35E4-F4A602E1F38E}"/>
              </a:ext>
            </a:extLst>
          </p:cNvPr>
          <p:cNvPicPr>
            <a:picLocks noChangeAspect="1"/>
          </p:cNvPicPr>
          <p:nvPr/>
        </p:nvPicPr>
        <p:blipFill>
          <a:blip r:embed="rId4"/>
          <a:stretch>
            <a:fillRect/>
          </a:stretch>
        </p:blipFill>
        <p:spPr>
          <a:xfrm>
            <a:off x="385011" y="1368425"/>
            <a:ext cx="11373852" cy="4841875"/>
          </a:xfrm>
          <a:prstGeom prst="rect">
            <a:avLst/>
          </a:prstGeom>
        </p:spPr>
      </p:pic>
    </p:spTree>
    <p:extLst>
      <p:ext uri="{BB962C8B-B14F-4D97-AF65-F5344CB8AC3E}">
        <p14:creationId xmlns:p14="http://schemas.microsoft.com/office/powerpoint/2010/main" val="2189857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1048636" name="Google Shape;202;p32"/>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MODULES USED</a:t>
            </a:r>
            <a:endParaRPr sz="3000" b="1" dirty="0">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2097166" name="Google Shape;203;p32"/>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67" name="Google Shape;204;p32"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
        <p:nvSpPr>
          <p:cNvPr id="1048637" name="Google Shape;205;p32"/>
          <p:cNvSpPr txBox="1">
            <a:spLocks noGrp="1"/>
          </p:cNvSpPr>
          <p:nvPr>
            <p:ph type="body" idx="1"/>
          </p:nvPr>
        </p:nvSpPr>
        <p:spPr>
          <a:xfrm>
            <a:off x="873150" y="1573212"/>
            <a:ext cx="10444200" cy="4524300"/>
          </a:xfrm>
          <a:prstGeom prst="rect">
            <a:avLst/>
          </a:prstGeom>
          <a:noFill/>
          <a:ln>
            <a:noFill/>
          </a:ln>
        </p:spPr>
        <p:txBody>
          <a:bodyPr spcFirstLastPara="1" wrap="square" lIns="91425" tIns="45700" rIns="91425" bIns="45700" anchor="ctr" anchorCtr="0">
            <a:noAutofit/>
          </a:bodyPr>
          <a:lstStyle/>
          <a:p>
            <a:pPr marL="114300" indent="0">
              <a:buNone/>
            </a:pPr>
            <a:r>
              <a:rPr lang="en-IN" sz="2800" b="1" dirty="0">
                <a:latin typeface="Times New Roman" panose="02020603050405020304" pitchFamily="18" charset="0"/>
                <a:cs typeface="Times New Roman" panose="02020603050405020304" pitchFamily="18" charset="0"/>
              </a:rPr>
              <a:t>Patient Management Module</a:t>
            </a:r>
            <a:r>
              <a:rPr lang="en-US" sz="2800" b="1" dirty="0">
                <a:latin typeface="Times New Roman" panose="02020603050405020304" pitchFamily="18" charset="0"/>
                <a:cs typeface="Times New Roman" panose="02020603050405020304" pitchFamily="18" charset="0"/>
              </a:rPr>
              <a:t> </a:t>
            </a:r>
            <a:r>
              <a:rPr lang="en-IN" sz="2800" b="1" dirty="0">
                <a:latin typeface="Times New Roman" panose="02020603050405020304" pitchFamily="18" charset="0"/>
                <a:cs typeface="Times New Roman" panose="02020603050405020304" pitchFamily="18" charset="0"/>
              </a:rPr>
              <a:t>-- </a:t>
            </a:r>
            <a:r>
              <a:rPr lang="en-IN" sz="2800" dirty="0">
                <a:latin typeface="Times New Roman" panose="02020603050405020304" pitchFamily="18" charset="0"/>
                <a:cs typeface="Times New Roman" panose="02020603050405020304" pitchFamily="18" charset="0"/>
              </a:rPr>
              <a:t>Handles patient registration, profile creation, and medical history.</a:t>
            </a:r>
          </a:p>
          <a:p>
            <a:pPr marL="0" indent="0" algn="just">
              <a:lnSpc>
                <a:spcPct val="100000"/>
              </a:lnSpc>
              <a:spcBef>
                <a:spcPts val="0"/>
              </a:spcBef>
              <a:buSzPts val="3200"/>
              <a:buNone/>
            </a:pPr>
            <a:endParaRPr lang="en-US" altLang="en-US" sz="2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3200"/>
              <a:buNone/>
            </a:pPr>
            <a:r>
              <a:rPr lang="en-IN" sz="2800" b="1" dirty="0">
                <a:latin typeface="Times New Roman" panose="02020603050405020304" pitchFamily="18" charset="0"/>
                <a:cs typeface="Times New Roman" panose="02020603050405020304" pitchFamily="18" charset="0"/>
              </a:rPr>
              <a:t>Doctor Management Module </a:t>
            </a:r>
            <a:r>
              <a:rPr lang="en-US"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Manages doctor profiles, schedules, and specializations.</a:t>
            </a:r>
            <a:endParaRPr lang="en-US" altLang="en-US" sz="2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3200"/>
              <a:buNone/>
            </a:pPr>
            <a:endParaRPr lang="en-US" altLang="en-US" sz="2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3200"/>
              <a:buNone/>
            </a:pPr>
            <a:r>
              <a:rPr lang="en-IN" sz="2800" b="1" dirty="0">
                <a:latin typeface="Times New Roman" panose="02020603050405020304" pitchFamily="18" charset="0"/>
                <a:cs typeface="Times New Roman" panose="02020603050405020304" pitchFamily="18" charset="0"/>
              </a:rPr>
              <a:t>Appointment Scheduling Module</a:t>
            </a:r>
            <a:r>
              <a:rPr lang="en-IN" sz="2800" dirty="0">
                <a:latin typeface="Times New Roman" panose="02020603050405020304" pitchFamily="18" charset="0"/>
                <a:cs typeface="Times New Roman" panose="02020603050405020304" pitchFamily="18" charset="0"/>
              </a:rPr>
              <a:t> </a:t>
            </a:r>
            <a:r>
              <a:rPr lang="en-US"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Allows patients to book, reschedule, or cancel appointments.</a:t>
            </a:r>
            <a:endParaRPr lang="en-US" altLang="en-US" sz="2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3200"/>
              <a:buNone/>
            </a:pPr>
            <a:endParaRPr lang="en-US" altLang="en-US" sz="28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3200"/>
              <a:buNone/>
            </a:pPr>
            <a:r>
              <a:rPr lang="en-IN" sz="2800" b="1" dirty="0">
                <a:latin typeface="Times New Roman" panose="02020603050405020304" pitchFamily="18" charset="0"/>
                <a:cs typeface="Times New Roman" panose="02020603050405020304" pitchFamily="18" charset="0"/>
              </a:rPr>
              <a:t>Medical Records Module </a:t>
            </a:r>
            <a:r>
              <a:rPr lang="en-US" altLang="en-US" sz="2800" dirty="0">
                <a:latin typeface="Times New Roman" panose="02020603050405020304" pitchFamily="18" charset="0"/>
                <a:cs typeface="Times New Roman" panose="02020603050405020304" pitchFamily="18" charset="0"/>
              </a:rPr>
              <a:t>–  </a:t>
            </a:r>
            <a:r>
              <a:rPr lang="en-US" sz="2800" dirty="0">
                <a:latin typeface="Times New Roman" panose="02020603050405020304" pitchFamily="18" charset="0"/>
                <a:cs typeface="Times New Roman" panose="02020603050405020304" pitchFamily="18" charset="0"/>
              </a:rPr>
              <a:t>Stores and retrieves patient treatment history, lab results, and prescriptions.</a:t>
            </a:r>
            <a:endParaRPr lang="en-US" altLang="en-US"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1048671" name="Google Shape;247;p37"/>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CONCLUSION</a:t>
            </a:r>
            <a:endParaRPr sz="3000" b="1" dirty="0">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2097178" name="Google Shape;248;p37"/>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79" name="Google Shape;249;p37"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
        <p:nvSpPr>
          <p:cNvPr id="1048672" name="Google Shape;250;p37"/>
          <p:cNvSpPr txBox="1">
            <a:spLocks noGrp="1"/>
          </p:cNvSpPr>
          <p:nvPr>
            <p:ph type="body" idx="1"/>
          </p:nvPr>
        </p:nvSpPr>
        <p:spPr>
          <a:xfrm>
            <a:off x="873813" y="1445335"/>
            <a:ext cx="10402200" cy="4524300"/>
          </a:xfrm>
          <a:prstGeom prst="rect">
            <a:avLst/>
          </a:prstGeom>
          <a:noFill/>
          <a:ln>
            <a:noFill/>
          </a:ln>
        </p:spPr>
        <p:txBody>
          <a:bodyPr spcFirstLastPara="1" wrap="square" lIns="91425" tIns="45700" rIns="91425" bIns="45700" anchor="ctr" anchorCtr="0">
            <a:noAutofit/>
          </a:bodyPr>
          <a:lstStyle/>
          <a:p>
            <a:pPr marL="342900" algn="just">
              <a:lnSpc>
                <a:spcPct val="100000"/>
              </a:lnSpc>
              <a:spcBef>
                <a:spcPts val="0"/>
              </a:spcBef>
              <a:buSzPts val="3200"/>
              <a:buFont typeface="Arial" panose="020B0604020202020204" pitchFamily="34" charset="0"/>
              <a:buChar char="•"/>
            </a:pPr>
            <a:endParaRPr lang="en-US" sz="2800" b="1" spc="-1" dirty="0">
              <a:latin typeface="Times New Roman" panose="02020603050405020304" pitchFamily="18" charset="0"/>
              <a:ea typeface="Times New Roman Bold"/>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sz="2800" b="1" spc="-1" dirty="0">
              <a:latin typeface="Times New Roman" panose="02020603050405020304" pitchFamily="18" charset="0"/>
              <a:ea typeface="Times New Roman Bold"/>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sz="2800" b="1" spc="-1" dirty="0">
              <a:latin typeface="Times New Roman" panose="02020603050405020304" pitchFamily="18" charset="0"/>
              <a:ea typeface="Times New Roman Bold"/>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US" sz="2800" b="1" spc="-1" dirty="0">
                <a:latin typeface="Times New Roman" panose="02020603050405020304" pitchFamily="18" charset="0"/>
                <a:ea typeface="Times New Roman Bold"/>
                <a:cs typeface="Times New Roman" panose="02020603050405020304" pitchFamily="18" charset="0"/>
              </a:rPr>
              <a:t>Transformative Solution</a:t>
            </a:r>
            <a:r>
              <a:rPr lang="en-US" sz="2800" spc="-1" dirty="0">
                <a:latin typeface="Times New Roman" panose="02020603050405020304" pitchFamily="18" charset="0"/>
                <a:ea typeface="Times New Roman Bold"/>
                <a:cs typeface="Times New Roman" panose="02020603050405020304" pitchFamily="18" charset="0"/>
              </a:rPr>
              <a:t>: Revolutionizes healthcare management.</a:t>
            </a:r>
            <a:endParaRPr lang="en-US" sz="2800" spc="-1"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altLang="en-US" sz="2800"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US" sz="2800" b="1" spc="-1" dirty="0">
                <a:latin typeface="Times New Roman" panose="02020603050405020304" pitchFamily="18" charset="0"/>
                <a:ea typeface="Times New Roman Bold"/>
                <a:cs typeface="Times New Roman" panose="02020603050405020304" pitchFamily="18" charset="0"/>
              </a:rPr>
              <a:t>Secure and Efficient:</a:t>
            </a:r>
            <a:r>
              <a:rPr lang="en-US" sz="2800" spc="-1" dirty="0">
                <a:latin typeface="Times New Roman" panose="02020603050405020304" pitchFamily="18" charset="0"/>
                <a:ea typeface="Times New Roman Bold"/>
                <a:cs typeface="Times New Roman" panose="02020603050405020304" pitchFamily="18" charset="0"/>
              </a:rPr>
              <a:t> Safeguards patient records and streamlines processes.</a:t>
            </a:r>
          </a:p>
          <a:p>
            <a:pPr marL="0" indent="0" algn="just">
              <a:lnSpc>
                <a:spcPct val="100000"/>
              </a:lnSpc>
              <a:spcBef>
                <a:spcPts val="0"/>
              </a:spcBef>
              <a:buSzPts val="3200"/>
              <a:buNone/>
            </a:pPr>
            <a:endParaRPr lang="en-US" sz="2800" spc="-1"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US" sz="2800" b="1" spc="-1" dirty="0">
                <a:latin typeface="Times New Roman" panose="02020603050405020304" pitchFamily="18" charset="0"/>
                <a:ea typeface="Times New Roman Bold"/>
                <a:cs typeface="Times New Roman" panose="02020603050405020304" pitchFamily="18" charset="0"/>
              </a:rPr>
              <a:t>Enhanced Coordination: </a:t>
            </a:r>
            <a:r>
              <a:rPr lang="en-US" sz="2800" spc="-1" dirty="0">
                <a:latin typeface="Times New Roman" panose="02020603050405020304" pitchFamily="18" charset="0"/>
                <a:ea typeface="Times New Roman Bold"/>
                <a:cs typeface="Times New Roman" panose="02020603050405020304" pitchFamily="18" charset="0"/>
              </a:rPr>
              <a:t>Improves collaboration between patients and providers.</a:t>
            </a:r>
          </a:p>
          <a:p>
            <a:pPr marL="0" indent="0" algn="just">
              <a:lnSpc>
                <a:spcPct val="100000"/>
              </a:lnSpc>
              <a:spcBef>
                <a:spcPts val="0"/>
              </a:spcBef>
              <a:buSzPts val="3200"/>
              <a:buNone/>
            </a:pPr>
            <a:endParaRPr lang="en-US" sz="2800" spc="-1" dirty="0">
              <a:latin typeface="Times New Roman" panose="02020603050405020304" pitchFamily="18" charset="0"/>
              <a:ea typeface="Times New Roman Bold"/>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US" sz="2800" b="1" spc="-1" dirty="0">
                <a:latin typeface="Times New Roman" panose="02020603050405020304" pitchFamily="18" charset="0"/>
                <a:ea typeface="Times New Roman Bold"/>
                <a:cs typeface="Times New Roman" panose="02020603050405020304" pitchFamily="18" charset="0"/>
              </a:rPr>
              <a:t>Better Engagement: </a:t>
            </a:r>
            <a:r>
              <a:rPr lang="en-US" sz="2800" spc="-1" dirty="0">
                <a:latin typeface="Times New Roman" panose="02020603050405020304" pitchFamily="18" charset="0"/>
                <a:ea typeface="Times New Roman Bold"/>
                <a:cs typeface="Times New Roman" panose="02020603050405020304" pitchFamily="18" charset="0"/>
              </a:rPr>
              <a:t>Empowers patients to take an active role in their care.</a:t>
            </a:r>
          </a:p>
          <a:p>
            <a:pPr marL="0" indent="0" algn="just">
              <a:lnSpc>
                <a:spcPct val="100000"/>
              </a:lnSpc>
              <a:spcBef>
                <a:spcPts val="0"/>
              </a:spcBef>
              <a:buSzPts val="3200"/>
              <a:buNone/>
            </a:pPr>
            <a:endParaRPr lang="en-US" sz="2800" spc="-1"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p:txBody>
      </p:sp>
      <p:sp>
        <p:nvSpPr>
          <p:cNvPr id="1048673" name="Date Placeholder 5"/>
          <p:cNvSpPr>
            <a:spLocks noGrp="1"/>
          </p:cNvSpPr>
          <p:nvPr>
            <p:ph type="dt" idx="10"/>
          </p:nvPr>
        </p:nvSpPr>
        <p:spPr/>
        <p:txBody>
          <a:bodyPr/>
          <a:lstStyle/>
          <a:p>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1048677" name="Google Shape;247;p37"/>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FUTURE SCOPE</a:t>
            </a:r>
            <a:endParaRPr sz="3000" b="1" dirty="0">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2097180" name="Google Shape;248;p37"/>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81" name="Google Shape;249;p37"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
        <p:nvSpPr>
          <p:cNvPr id="1048678" name="Google Shape;250;p37"/>
          <p:cNvSpPr txBox="1">
            <a:spLocks noGrp="1"/>
          </p:cNvSpPr>
          <p:nvPr>
            <p:ph type="body" idx="1"/>
          </p:nvPr>
        </p:nvSpPr>
        <p:spPr>
          <a:xfrm>
            <a:off x="915987" y="1416138"/>
            <a:ext cx="10402200" cy="4524300"/>
          </a:xfrm>
          <a:prstGeom prst="rect">
            <a:avLst/>
          </a:prstGeom>
          <a:noFill/>
          <a:ln>
            <a:noFill/>
          </a:ln>
        </p:spPr>
        <p:txBody>
          <a:bodyPr spcFirstLastPara="1" wrap="square" lIns="91425" tIns="45700" rIns="91425" bIns="45700" anchor="ctr" anchorCtr="0">
            <a:noAutofit/>
          </a:bodyPr>
          <a:lstStyle/>
          <a:p>
            <a:pPr marL="114300" indent="0">
              <a:buNone/>
            </a:pPr>
            <a:endParaRPr lang="en-US" sz="2400" dirty="0"/>
          </a:p>
          <a:p>
            <a:endParaRPr lang="en-US" sz="2400" dirty="0"/>
          </a:p>
          <a:p>
            <a:endParaRPr lang="en-US" sz="2400" dirty="0"/>
          </a:p>
          <a:p>
            <a:endParaRPr lang="en-US" sz="2400" dirty="0"/>
          </a:p>
          <a:p>
            <a:pPr marL="114300" indent="0">
              <a:buNone/>
            </a:pPr>
            <a:endParaRPr lang="en-US" sz="2700" b="1"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Integration with IoT Devices</a:t>
            </a:r>
          </a:p>
          <a:p>
            <a:r>
              <a:rPr lang="en-US" sz="2400" dirty="0">
                <a:latin typeface="Times New Roman" panose="02020603050405020304" pitchFamily="18" charset="0"/>
                <a:cs typeface="Times New Roman" panose="02020603050405020304" pitchFamily="18" charset="0"/>
              </a:rPr>
              <a:t>Real-time monitoring of patients’ vital signs using wearable health devices (e.g., heart rate, blood pressure, oxygen levels).</a:t>
            </a:r>
            <a:endParaRPr lang="en-US" altLang="en-US" sz="2400" dirty="0">
              <a:latin typeface="Times New Roman" panose="02020603050405020304" pitchFamily="18" charset="0"/>
              <a:cs typeface="Times New Roman" panose="02020603050405020304" pitchFamily="18" charset="0"/>
            </a:endParaRPr>
          </a:p>
          <a:p>
            <a:pPr marL="114300" indent="0">
              <a:buNone/>
            </a:pPr>
            <a:r>
              <a:rPr lang="en-US" sz="2400" b="1" dirty="0">
                <a:latin typeface="Times New Roman" panose="02020603050405020304" pitchFamily="18" charset="0"/>
                <a:cs typeface="Times New Roman" panose="02020603050405020304" pitchFamily="18" charset="0"/>
              </a:rPr>
              <a:t>Artificial Intelligence (AI) and Machine Learning (ML)</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Predictive analytics for early disease detection and personalized treatment recommendations.</a:t>
            </a:r>
          </a:p>
          <a:p>
            <a:pPr marL="114300" indent="0">
              <a:buNone/>
            </a:pPr>
            <a:r>
              <a:rPr lang="en-US" sz="2400" b="1" dirty="0">
                <a:latin typeface="Times New Roman" panose="02020603050405020304" pitchFamily="18" charset="0"/>
                <a:cs typeface="Times New Roman" panose="02020603050405020304" pitchFamily="18" charset="0"/>
              </a:rPr>
              <a:t>Mobile Application Development</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A mobile-friendly version to allow patients and doctors to access services anytime, anywhere.</a:t>
            </a:r>
          </a:p>
          <a:p>
            <a:pPr marL="114300" indent="0">
              <a:buNone/>
            </a:pPr>
            <a:r>
              <a:rPr lang="en-US" sz="2400" b="1" dirty="0">
                <a:latin typeface="Times New Roman" panose="02020603050405020304" pitchFamily="18" charset="0"/>
                <a:cs typeface="Times New Roman" panose="02020603050405020304" pitchFamily="18" charset="0"/>
              </a:rPr>
              <a:t>Blockchain Technology</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For secure and transparent handling of medical records and preventing data tampering.</a:t>
            </a:r>
          </a:p>
          <a:p>
            <a:endParaRPr lang="en-US" sz="2400" dirty="0"/>
          </a:p>
          <a:p>
            <a:pPr marL="342900" algn="just">
              <a:lnSpc>
                <a:spcPct val="100000"/>
              </a:lnSpc>
              <a:spcBef>
                <a:spcPts val="0"/>
              </a:spcBef>
              <a:buSzPts val="32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altLang="en-US" sz="2400" dirty="0">
              <a:latin typeface="Times New Roman" panose="02020603050405020304" pitchFamily="18" charset="0"/>
              <a:cs typeface="Times New Roman" panose="02020603050405020304" pitchFamily="18" charset="0"/>
            </a:endParaRPr>
          </a:p>
          <a:p>
            <a:pPr marL="0" indent="0" algn="just">
              <a:lnSpc>
                <a:spcPct val="100000"/>
              </a:lnSpc>
              <a:spcBef>
                <a:spcPts val="0"/>
              </a:spcBef>
              <a:buSzPts val="3200"/>
              <a:buNone/>
            </a:pPr>
            <a:endParaRPr lang="en-US" altLang="en-US" sz="2400" dirty="0">
              <a:latin typeface="Times New Roman" panose="02020603050405020304" pitchFamily="18" charset="0"/>
              <a:cs typeface="Times New Roman" panose="02020603050405020304" pitchFamily="18" charset="0"/>
            </a:endParaRPr>
          </a:p>
        </p:txBody>
      </p:sp>
      <p:sp>
        <p:nvSpPr>
          <p:cNvPr id="1048679" name="Date Placeholder 5"/>
          <p:cNvSpPr>
            <a:spLocks noGrp="1"/>
          </p:cNvSpPr>
          <p:nvPr>
            <p:ph type="dt" idx="10"/>
          </p:nvPr>
        </p:nvSpPr>
        <p:spPr/>
        <p:txBody>
          <a:bodyPr/>
          <a:lstStyle/>
          <a:p>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1048642" name="Google Shape;247;p37"/>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OUTPUT SCREENSHOTS</a:t>
            </a:r>
          </a:p>
        </p:txBody>
      </p:sp>
      <p:pic>
        <p:nvPicPr>
          <p:cNvPr id="2097168" name="Google Shape;248;p37"/>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69" name="Google Shape;249;p37" descr="KRCE Tiruchirappalli : Admission 2024, Courses, Fees, Placement, Cut Off"/>
          <p:cNvPicPr preferRelativeResize="0"/>
          <p:nvPr/>
        </p:nvPicPr>
        <p:blipFill rotWithShape="1">
          <a:blip r:embed="rId4"/>
          <a:srcRect/>
          <a:stretch>
            <a:fillRect/>
          </a:stretch>
        </p:blipFill>
        <p:spPr>
          <a:xfrm>
            <a:off x="10784523" y="123824"/>
            <a:ext cx="1219200" cy="1057276"/>
          </a:xfrm>
          <a:prstGeom prst="rect">
            <a:avLst/>
          </a:prstGeom>
          <a:noFill/>
          <a:ln>
            <a:noFill/>
          </a:ln>
        </p:spPr>
      </p:pic>
      <p:sp>
        <p:nvSpPr>
          <p:cNvPr id="1048644" name="Date Placeholder 5"/>
          <p:cNvSpPr>
            <a:spLocks noGrp="1"/>
          </p:cNvSpPr>
          <p:nvPr>
            <p:ph type="dt" idx="10"/>
          </p:nvPr>
        </p:nvSpPr>
        <p:spPr/>
        <p:txBody>
          <a:bodyPr/>
          <a:lstStyle/>
          <a:p>
            <a:endParaRPr lang="en-US" dirty="0"/>
          </a:p>
        </p:txBody>
      </p:sp>
      <p:pic>
        <p:nvPicPr>
          <p:cNvPr id="2" name="Picture 1">
            <a:extLst>
              <a:ext uri="{FF2B5EF4-FFF2-40B4-BE49-F238E27FC236}">
                <a16:creationId xmlns:a16="http://schemas.microsoft.com/office/drawing/2014/main" id="{C194DF54-83BC-883C-C2E8-EF465F936B2E}"/>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31850" y="1690776"/>
            <a:ext cx="4895182" cy="4191864"/>
          </a:xfrm>
          <a:prstGeom prst="rect">
            <a:avLst/>
          </a:prstGeom>
        </p:spPr>
      </p:pic>
      <p:pic>
        <p:nvPicPr>
          <p:cNvPr id="3" name="Picture 2">
            <a:extLst>
              <a:ext uri="{FF2B5EF4-FFF2-40B4-BE49-F238E27FC236}">
                <a16:creationId xmlns:a16="http://schemas.microsoft.com/office/drawing/2014/main" id="{1D1DEF82-1C7F-655D-D264-E8A9B200FAC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50334" y="1690776"/>
            <a:ext cx="4895182" cy="419281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03D0552-3CE6-A999-9A44-9F9557841B78}"/>
              </a:ext>
            </a:extLst>
          </p:cNvPr>
          <p:cNvSpPr>
            <a:spLocks noGrp="1"/>
          </p:cNvSpPr>
          <p:nvPr>
            <p:ph type="title"/>
          </p:nvPr>
        </p:nvSpPr>
        <p:spPr/>
        <p:txBody>
          <a:bodyPr/>
          <a:lstStyle/>
          <a:p>
            <a:r>
              <a:rPr lang="en-US" b="1" dirty="0">
                <a:latin typeface="Times New Roman" panose="02020603050405020304" pitchFamily="18" charset="0"/>
                <a:ea typeface="Arial" panose="020B0604020202020204"/>
                <a:cs typeface="Times New Roman" panose="02020603050405020304" pitchFamily="18" charset="0"/>
                <a:sym typeface="Arial" panose="020B0604020202020204"/>
              </a:rPr>
              <a:t>                        </a:t>
            </a: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OUTPUT SCREENSHOTS</a:t>
            </a:r>
            <a:endParaRPr lang="en-IN" sz="3000" dirty="0"/>
          </a:p>
        </p:txBody>
      </p:sp>
      <p:pic>
        <p:nvPicPr>
          <p:cNvPr id="6" name="Google Shape;176;p29">
            <a:extLst>
              <a:ext uri="{FF2B5EF4-FFF2-40B4-BE49-F238E27FC236}">
                <a16:creationId xmlns:a16="http://schemas.microsoft.com/office/drawing/2014/main" id="{A7D33251-9A33-F131-160F-6B6BC69545EA}"/>
              </a:ext>
            </a:extLst>
          </p:cNvPr>
          <p:cNvPicPr preferRelativeResize="0"/>
          <p:nvPr/>
        </p:nvPicPr>
        <p:blipFill rotWithShape="1">
          <a:blip r:embed="rId2"/>
          <a:srcRect/>
          <a:stretch>
            <a:fillRect/>
          </a:stretch>
        </p:blipFill>
        <p:spPr>
          <a:xfrm>
            <a:off x="672824" y="311150"/>
            <a:ext cx="1066800" cy="1057275"/>
          </a:xfrm>
          <a:prstGeom prst="rect">
            <a:avLst/>
          </a:prstGeom>
          <a:noFill/>
          <a:ln>
            <a:noFill/>
          </a:ln>
        </p:spPr>
      </p:pic>
      <p:pic>
        <p:nvPicPr>
          <p:cNvPr id="7" name="Google Shape;249;p37" descr="KRCE Tiruchirappalli : Admission 2024, Courses, Fees, Placement, Cut Off">
            <a:extLst>
              <a:ext uri="{FF2B5EF4-FFF2-40B4-BE49-F238E27FC236}">
                <a16:creationId xmlns:a16="http://schemas.microsoft.com/office/drawing/2014/main" id="{30940D2A-C2BF-E7F5-B1B6-8B4CAB2D8E47}"/>
              </a:ext>
            </a:extLst>
          </p:cNvPr>
          <p:cNvPicPr preferRelativeResize="0"/>
          <p:nvPr/>
        </p:nvPicPr>
        <p:blipFill rotWithShape="1">
          <a:blip r:embed="rId3"/>
          <a:srcRect/>
          <a:stretch>
            <a:fillRect/>
          </a:stretch>
        </p:blipFill>
        <p:spPr>
          <a:xfrm>
            <a:off x="10784523" y="311150"/>
            <a:ext cx="1219200" cy="1180766"/>
          </a:xfrm>
          <a:prstGeom prst="rect">
            <a:avLst/>
          </a:prstGeom>
          <a:noFill/>
          <a:ln>
            <a:noFill/>
          </a:ln>
        </p:spPr>
      </p:pic>
      <p:pic>
        <p:nvPicPr>
          <p:cNvPr id="9" name="Picture 8">
            <a:extLst>
              <a:ext uri="{FF2B5EF4-FFF2-40B4-BE49-F238E27FC236}">
                <a16:creationId xmlns:a16="http://schemas.microsoft.com/office/drawing/2014/main" id="{A93BFF91-94D2-22EE-1F2F-ED3093EF84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250" y="1640534"/>
            <a:ext cx="4965824" cy="4402125"/>
          </a:xfrm>
          <a:prstGeom prst="rect">
            <a:avLst/>
          </a:prstGeom>
        </p:spPr>
      </p:pic>
      <p:pic>
        <p:nvPicPr>
          <p:cNvPr id="10" name="Picture 9">
            <a:extLst>
              <a:ext uri="{FF2B5EF4-FFF2-40B4-BE49-F238E27FC236}">
                <a16:creationId xmlns:a16="http://schemas.microsoft.com/office/drawing/2014/main" id="{5446A03E-E23C-AC5C-2AED-2E0C4766772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24337" y="1668378"/>
            <a:ext cx="5190413" cy="4374281"/>
          </a:xfrm>
          <a:prstGeom prst="rect">
            <a:avLst/>
          </a:prstGeom>
        </p:spPr>
      </p:pic>
    </p:spTree>
    <p:extLst>
      <p:ext uri="{BB962C8B-B14F-4D97-AF65-F5344CB8AC3E}">
        <p14:creationId xmlns:p14="http://schemas.microsoft.com/office/powerpoint/2010/main" val="2710150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1048683" name="Google Shape;247;p37"/>
          <p:cNvSpPr txBox="1">
            <a:spLocks noGrp="1"/>
          </p:cNvSpPr>
          <p:nvPr>
            <p:ph type="title"/>
          </p:nvPr>
        </p:nvSpPr>
        <p:spPr>
          <a:xfrm>
            <a:off x="609600" y="274638"/>
            <a:ext cx="10971300" cy="11415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3000"/>
              <a:buNone/>
            </a:pPr>
            <a:r>
              <a:rPr lang="en-US" sz="3000" b="1" dirty="0">
                <a:latin typeface="Times New Roman" panose="02020603050405020304" pitchFamily="18" charset="0"/>
                <a:ea typeface="Arial" panose="020B0604020202020204"/>
                <a:cs typeface="Times New Roman" panose="02020603050405020304" pitchFamily="18" charset="0"/>
                <a:sym typeface="Arial" panose="020B0604020202020204"/>
              </a:rPr>
              <a:t>REFERENCES</a:t>
            </a:r>
            <a:endParaRPr sz="3000" b="1" dirty="0">
              <a:latin typeface="Times New Roman" panose="02020603050405020304" pitchFamily="18" charset="0"/>
              <a:ea typeface="Arial" panose="020B0604020202020204"/>
              <a:cs typeface="Times New Roman" panose="02020603050405020304" pitchFamily="18" charset="0"/>
              <a:sym typeface="Arial" panose="020B0604020202020204"/>
            </a:endParaRPr>
          </a:p>
        </p:txBody>
      </p:sp>
      <p:pic>
        <p:nvPicPr>
          <p:cNvPr id="2097182" name="Google Shape;248;p37"/>
          <p:cNvPicPr preferRelativeResize="0"/>
          <p:nvPr/>
        </p:nvPicPr>
        <p:blipFill rotWithShape="1">
          <a:blip r:embed="rId3"/>
          <a:srcRect/>
          <a:stretch>
            <a:fillRect/>
          </a:stretch>
        </p:blipFill>
        <p:spPr>
          <a:xfrm>
            <a:off x="831850" y="214313"/>
            <a:ext cx="1066800" cy="1057275"/>
          </a:xfrm>
          <a:prstGeom prst="rect">
            <a:avLst/>
          </a:prstGeom>
          <a:noFill/>
          <a:ln>
            <a:noFill/>
          </a:ln>
        </p:spPr>
      </p:pic>
      <p:pic>
        <p:nvPicPr>
          <p:cNvPr id="2097183" name="Google Shape;249;p37" descr="KRCE Tiruchirappalli : Admission 2024, Courses, Fees, Placement, Cut Off"/>
          <p:cNvPicPr preferRelativeResize="0"/>
          <p:nvPr/>
        </p:nvPicPr>
        <p:blipFill rotWithShape="1">
          <a:blip r:embed="rId4"/>
          <a:srcRect/>
          <a:stretch>
            <a:fillRect/>
          </a:stretch>
        </p:blipFill>
        <p:spPr>
          <a:xfrm>
            <a:off x="10056813" y="333375"/>
            <a:ext cx="1219200" cy="1181100"/>
          </a:xfrm>
          <a:prstGeom prst="rect">
            <a:avLst/>
          </a:prstGeom>
          <a:noFill/>
          <a:ln>
            <a:noFill/>
          </a:ln>
        </p:spPr>
      </p:pic>
      <p:sp>
        <p:nvSpPr>
          <p:cNvPr id="1048684" name="Google Shape;250;p37"/>
          <p:cNvSpPr txBox="1">
            <a:spLocks noGrp="1"/>
          </p:cNvSpPr>
          <p:nvPr>
            <p:ph type="body" idx="1"/>
          </p:nvPr>
        </p:nvSpPr>
        <p:spPr>
          <a:xfrm>
            <a:off x="873813" y="1166850"/>
            <a:ext cx="10402200" cy="4524300"/>
          </a:xfrm>
          <a:prstGeom prst="rect">
            <a:avLst/>
          </a:prstGeom>
          <a:noFill/>
          <a:ln>
            <a:noFill/>
          </a:ln>
        </p:spPr>
        <p:txBody>
          <a:bodyPr spcFirstLastPara="1" wrap="square" lIns="91425" tIns="45700" rIns="91425" bIns="45700" anchor="ctr" anchorCtr="0">
            <a:noAutofit/>
          </a:bodyPr>
          <a:lstStyle/>
          <a:p>
            <a:pPr marL="342900" algn="just">
              <a:lnSpc>
                <a:spcPct val="100000"/>
              </a:lnSpc>
              <a:spcBef>
                <a:spcPts val="0"/>
              </a:spcBef>
              <a:buSzPts val="3200"/>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sz="2800" b="1"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World Health Organization (WHO)</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“Digital Health and E-Health Initiatives,”</a:t>
            </a:r>
            <a:r>
              <a:rPr lang="en-US" sz="2800" dirty="0">
                <a:latin typeface="Times New Roman" panose="02020603050405020304" pitchFamily="18" charset="0"/>
                <a:cs typeface="Times New Roman" panose="02020603050405020304" pitchFamily="18" charset="0"/>
              </a:rPr>
              <a:t> [Online]. Available: </a:t>
            </a:r>
            <a:r>
              <a:rPr lang="en-US" sz="2800" dirty="0">
                <a:latin typeface="Times New Roman" panose="02020603050405020304" pitchFamily="18" charset="0"/>
                <a:cs typeface="Times New Roman" panose="02020603050405020304" pitchFamily="18" charset="0"/>
                <a:hlinkClick r:id="rId5"/>
              </a:rPr>
              <a:t>https://www.who.int/ehealth</a:t>
            </a:r>
            <a:endParaRPr lang="en-US" sz="2800"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Springer Publications</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E-Health Systems: Theory and Practice</a:t>
            </a:r>
            <a:r>
              <a:rPr lang="en-US" sz="2800" dirty="0">
                <a:latin typeface="Times New Roman" panose="02020603050405020304" pitchFamily="18" charset="0"/>
                <a:cs typeface="Times New Roman" panose="02020603050405020304" pitchFamily="18" charset="0"/>
              </a:rPr>
              <a:t>, 2019.</a:t>
            </a:r>
          </a:p>
          <a:p>
            <a:pPr marL="342900" algn="just">
              <a:lnSpc>
                <a:spcPct val="100000"/>
              </a:lnSpc>
              <a:spcBef>
                <a:spcPts val="0"/>
              </a:spcBef>
              <a:buSzPts val="3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US" sz="2800" b="1" dirty="0">
                <a:latin typeface="Times New Roman" panose="02020603050405020304" pitchFamily="18" charset="0"/>
                <a:cs typeface="Times New Roman" panose="02020603050405020304" pitchFamily="18" charset="0"/>
              </a:rPr>
              <a:t>ResearchGate</a:t>
            </a:r>
            <a:r>
              <a:rPr lang="en-US" sz="2800" dirty="0">
                <a:latin typeface="Times New Roman" panose="02020603050405020304" pitchFamily="18" charset="0"/>
                <a:cs typeface="Times New Roman" panose="02020603050405020304" pitchFamily="18" charset="0"/>
              </a:rPr>
              <a:t>, </a:t>
            </a:r>
            <a:r>
              <a:rPr lang="en-US" sz="2800" i="1" dirty="0">
                <a:latin typeface="Times New Roman" panose="02020603050405020304" pitchFamily="18" charset="0"/>
                <a:cs typeface="Times New Roman" panose="02020603050405020304" pitchFamily="18" charset="0"/>
              </a:rPr>
              <a:t>“Smart Health Monitoring and Data Security in E-Health Systems,”</a:t>
            </a:r>
            <a:r>
              <a:rPr lang="en-US" sz="2800" dirty="0">
                <a:latin typeface="Times New Roman" panose="02020603050405020304" pitchFamily="18" charset="0"/>
                <a:cs typeface="Times New Roman" panose="02020603050405020304" pitchFamily="18" charset="0"/>
              </a:rPr>
              <a:t> 2022.</a:t>
            </a:r>
          </a:p>
          <a:p>
            <a:pPr marL="342900" algn="just">
              <a:lnSpc>
                <a:spcPct val="100000"/>
              </a:lnSpc>
              <a:spcBef>
                <a:spcPts val="0"/>
              </a:spcBef>
              <a:buSzPts val="3200"/>
              <a:buFont typeface="Arial" panose="020B0604020202020204" pitchFamily="34" charset="0"/>
              <a:buChar char="•"/>
            </a:pPr>
            <a:endParaRPr lang="en-US" sz="2800" dirty="0">
              <a:latin typeface="Times New Roman" panose="02020603050405020304" pitchFamily="18" charset="0"/>
              <a:cs typeface="Times New Roman" panose="02020603050405020304" pitchFamily="18" charset="0"/>
            </a:endParaRPr>
          </a:p>
          <a:p>
            <a:pPr marL="342900" algn="just">
              <a:lnSpc>
                <a:spcPct val="100000"/>
              </a:lnSpc>
              <a:spcBef>
                <a:spcPts val="0"/>
              </a:spcBef>
              <a:buSzPts val="3200"/>
              <a:buFont typeface="Arial" panose="020B0604020202020204" pitchFamily="34" charset="0"/>
              <a:buChar char="•"/>
            </a:pPr>
            <a:r>
              <a:rPr lang="en-IN" sz="2800" b="1" dirty="0" err="1">
                <a:latin typeface="Times New Roman" panose="02020603050405020304" pitchFamily="18" charset="0"/>
                <a:cs typeface="Times New Roman" panose="02020603050405020304" pitchFamily="18" charset="0"/>
              </a:rPr>
              <a:t>GeeksforGeeks</a:t>
            </a:r>
            <a:r>
              <a:rPr lang="en-IN" sz="2800" dirty="0">
                <a:latin typeface="Times New Roman" panose="02020603050405020304" pitchFamily="18" charset="0"/>
                <a:cs typeface="Times New Roman" panose="02020603050405020304" pitchFamily="18" charset="0"/>
              </a:rPr>
              <a:t>, </a:t>
            </a:r>
            <a:r>
              <a:rPr lang="en-IN" sz="2800" i="1" dirty="0">
                <a:latin typeface="Times New Roman" panose="02020603050405020304" pitchFamily="18" charset="0"/>
                <a:cs typeface="Times New Roman" panose="02020603050405020304" pitchFamily="18" charset="0"/>
              </a:rPr>
              <a:t>“Hospital Management System in Python/MySQL – Implementation Guide,”</a:t>
            </a:r>
            <a:r>
              <a:rPr lang="en-IN" sz="2800" dirty="0">
                <a:latin typeface="Times New Roman" panose="02020603050405020304" pitchFamily="18" charset="0"/>
                <a:cs typeface="Times New Roman" panose="02020603050405020304" pitchFamily="18" charset="0"/>
              </a:rPr>
              <a:t> [Online]. Available: </a:t>
            </a:r>
            <a:r>
              <a:rPr lang="en-IN" sz="2800" dirty="0">
                <a:latin typeface="Times New Roman" panose="02020603050405020304" pitchFamily="18" charset="0"/>
                <a:cs typeface="Times New Roman" panose="02020603050405020304" pitchFamily="18" charset="0"/>
                <a:hlinkClick r:id="rId6"/>
              </a:rPr>
              <a:t>https://www.geeksforgeeks.org</a:t>
            </a:r>
            <a:endParaRPr lang="en-US" altLang="en-US" sz="2800" dirty="0">
              <a:latin typeface="Times New Roman" panose="02020603050405020304" pitchFamily="18" charset="0"/>
              <a:cs typeface="Times New Roman" panose="02020603050405020304" pitchFamily="18" charset="0"/>
            </a:endParaRPr>
          </a:p>
        </p:txBody>
      </p:sp>
      <p:sp>
        <p:nvSpPr>
          <p:cNvPr id="1048685" name="Date Placeholder 5"/>
          <p:cNvSpPr>
            <a:spLocks noGrp="1"/>
          </p:cNvSpPr>
          <p:nvPr>
            <p:ph type="dt" idx="10"/>
          </p:nvPr>
        </p:nvSpPr>
        <p:spPr/>
        <p:txBody>
          <a:bodyPr/>
          <a:lstStyle/>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097184" name="Picture 2"/>
          <p:cNvPicPr>
            <a:picLocks noChangeAspect="1"/>
          </p:cNvPicPr>
          <p:nvPr/>
        </p:nvPicPr>
        <p:blipFill>
          <a:blip r:embed="rId3"/>
          <a:stretch>
            <a:fillRect/>
          </a:stretch>
        </p:blipFill>
        <p:spPr>
          <a:xfrm>
            <a:off x="0" y="0"/>
            <a:ext cx="12192000" cy="6858000"/>
          </a:xfrm>
          <a:prstGeom prst="rect">
            <a:avLst/>
          </a:prstGeom>
        </p:spPr>
      </p:pic>
      <p:sp>
        <p:nvSpPr>
          <p:cNvPr id="1048689" name="Date Placeholder 5"/>
          <p:cNvSpPr>
            <a:spLocks noGrp="1"/>
          </p:cNvSpPr>
          <p:nvPr>
            <p:ph type="dt" idx="10"/>
          </p:nvPr>
        </p:nvSpPr>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243</TotalTime>
  <Words>665</Words>
  <Application>Microsoft Office PowerPoint</Application>
  <PresentationFormat>Widescreen</PresentationFormat>
  <Paragraphs>115</Paragraphs>
  <Slides>14</Slides>
  <Notes>11</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14</vt:i4>
      </vt:variant>
    </vt:vector>
  </HeadingPairs>
  <TitlesOfParts>
    <vt:vector size="19" baseType="lpstr">
      <vt:lpstr>Times New Roman</vt:lpstr>
      <vt:lpstr>Calibri</vt:lpstr>
      <vt:lpstr>Arial</vt:lpstr>
      <vt:lpstr>Office Theme</vt:lpstr>
      <vt:lpstr>1_Office Theme</vt:lpstr>
      <vt:lpstr>PowerPoint Presentation</vt:lpstr>
      <vt:lpstr>PRESENTATION OVERVIEW</vt:lpstr>
      <vt:lpstr>OBJECTIVE</vt:lpstr>
      <vt:lpstr> INTRODUCTION</vt:lpstr>
      <vt:lpstr>PROBLEM STATEMENT </vt:lpstr>
      <vt:lpstr>                             EXISTING AND PROPOSED COMPARISION </vt:lpstr>
      <vt:lpstr>            ARCHITECTURE/FLOW DIAGRAM</vt:lpstr>
      <vt:lpstr>MODULES USED</vt:lpstr>
      <vt:lpstr>CONCLUSION</vt:lpstr>
      <vt:lpstr>FUTURE SCOPE</vt:lpstr>
      <vt:lpstr>OUTPUT SCREENSHOTS</vt:lpstr>
      <vt:lpstr>                        OUTPUT SCREENSHOTS</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EXAM</dc:creator>
  <cp:lastModifiedBy>SUBIKSHA DHARMARAJ</cp:lastModifiedBy>
  <cp:revision>13</cp:revision>
  <dcterms:created xsi:type="dcterms:W3CDTF">2025-06-04T17:03:00Z</dcterms:created>
  <dcterms:modified xsi:type="dcterms:W3CDTF">2025-12-12T14:47:29Z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E221D649D8A047FB9CE9B13543091BA5_13</vt:lpwstr>
  </property>
  <property fmtid="{D5CDD505-2E9C-101B-9397-08002B2CF9AE}" pid="3" name="KSOProductBuildVer">
    <vt:lpwstr>1033-12.2.0.21546</vt:lpwstr>
  </property>
</Properties>
</file>